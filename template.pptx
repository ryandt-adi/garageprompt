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5" r:id="rId4"/>
  </p:sldMasterIdLst>
  <p:notesMasterIdLst>
    <p:notesMasterId r:id="rId32"/>
  </p:notesMasterIdLst>
  <p:handoutMasterIdLst>
    <p:handoutMasterId r:id="rId33"/>
  </p:handoutMasterIdLst>
  <p:sldIdLst>
    <p:sldId id="2147479815" r:id="rId5"/>
    <p:sldId id="2147479816" r:id="rId6"/>
    <p:sldId id="2147479795" r:id="rId7"/>
    <p:sldId id="2147479796" r:id="rId8"/>
    <p:sldId id="2147479819" r:id="rId9"/>
    <p:sldId id="2147479797" r:id="rId10"/>
    <p:sldId id="2147479798" r:id="rId11"/>
    <p:sldId id="2147479799" r:id="rId12"/>
    <p:sldId id="2147479800" r:id="rId13"/>
    <p:sldId id="2147479817" r:id="rId14"/>
    <p:sldId id="2147479801" r:id="rId15"/>
    <p:sldId id="2147479802" r:id="rId16"/>
    <p:sldId id="2147479803" r:id="rId17"/>
    <p:sldId id="2147479818" r:id="rId18"/>
    <p:sldId id="2147479804" r:id="rId19"/>
    <p:sldId id="2147479805" r:id="rId20"/>
    <p:sldId id="2147479806" r:id="rId21"/>
    <p:sldId id="2147479807" r:id="rId22"/>
    <p:sldId id="2147479808" r:id="rId23"/>
    <p:sldId id="2147479809" r:id="rId24"/>
    <p:sldId id="2147479810" r:id="rId25"/>
    <p:sldId id="2147479811" r:id="rId26"/>
    <p:sldId id="2147479820" r:id="rId27"/>
    <p:sldId id="2147479812" r:id="rId28"/>
    <p:sldId id="2147479813" r:id="rId29"/>
    <p:sldId id="2147479654" r:id="rId30"/>
    <p:sldId id="2147479754" r:id="rId31"/>
  </p:sldIdLst>
  <p:sldSz cx="12192000" cy="6858000"/>
  <p:notesSz cx="7010400" cy="9296400"/>
  <p:embeddedFontLst>
    <p:embeddedFont>
      <p:font typeface="Barlow" pitchFamily="2" charset="77"/>
      <p:regular r:id="rId34"/>
      <p:bold r:id="rId35"/>
      <p:italic r:id="rId36"/>
      <p:boldItalic r:id="rId37"/>
    </p:embeddedFont>
    <p:embeddedFont>
      <p:font typeface="Barlow Medium" pitchFamily="2" charset="77"/>
      <p:regular r:id="rId38"/>
      <p:italic r:id="rId39"/>
    </p:embeddedFont>
    <p:embeddedFont>
      <p:font typeface="Barlow SemiBold" pitchFamily="2" charset="77"/>
      <p:regular r:id="rId40"/>
      <p:bold r:id="rId41"/>
      <p:italic r:id="rId42"/>
      <p:boldItalic r:id="rId43"/>
    </p:embeddedFont>
    <p:embeddedFont>
      <p:font typeface="Wingdings 3" pitchFamily="2" charset="2"/>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id="{DC9343AB-3633-0040-8C20-EE436A4C326C}">
          <p14:sldIdLst>
            <p14:sldId id="2147479815"/>
            <p14:sldId id="2147479816"/>
          </p14:sldIdLst>
        </p14:section>
        <p14:section name="Guideline" id="{C03561D4-B6A8-2F43-ADF4-0F7A07DA2D64}">
          <p14:sldIdLst>
            <p14:sldId id="2147479795"/>
            <p14:sldId id="2147479796"/>
            <p14:sldId id="2147479819"/>
            <p14:sldId id="2147479797"/>
            <p14:sldId id="2147479798"/>
          </p14:sldIdLst>
        </p14:section>
        <p14:section name="Presentation Slides" id="{946C8B3A-61C4-AF40-8103-203EBE56DE26}">
          <p14:sldIdLst>
            <p14:sldId id="2147479799"/>
            <p14:sldId id="2147479800"/>
            <p14:sldId id="2147479817"/>
            <p14:sldId id="2147479801"/>
            <p14:sldId id="2147479802"/>
            <p14:sldId id="2147479803"/>
            <p14:sldId id="2147479818"/>
            <p14:sldId id="2147479804"/>
            <p14:sldId id="2147479805"/>
            <p14:sldId id="2147479806"/>
            <p14:sldId id="2147479807"/>
            <p14:sldId id="2147479808"/>
            <p14:sldId id="2147479809"/>
            <p14:sldId id="2147479810"/>
            <p14:sldId id="2147479811"/>
            <p14:sldId id="2147479820"/>
            <p14:sldId id="2147479812"/>
            <p14:sldId id="2147479813"/>
            <p14:sldId id="2147479654"/>
            <p14:sldId id="21474797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CFB64D-9294-73B9-698D-53AC9DE94753}" name="Gildred, Terrence" initials="TG" userId="S::Terrence.Gildred@analog.com::41e59cfa-3130-4dc8-bb17-32cbb5d94a2b" providerId="AD"/>
  <p188:author id="{9F151DE2-766A-42B1-0845-564F1EFC92C8}" name="Corley, Chuck" initials="CC" userId="S::Chuck.Corley@analog.com::9b82cf21-72de-4287-943d-2b8797d81e32" providerId="AD"/>
  <p188:author id="{B32441EB-C32A-3CA3-B2FD-35A7E093F3DD}" name="Shaw, Shelly" initials="SS" userId="S::shelly.shaw@analog.com::fffc5d37-691b-410b-b340-04c3784de4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F"/>
    <a:srgbClr val="D8D9DF"/>
    <a:srgbClr val="6DE9EC"/>
    <a:srgbClr val="6DE1EC"/>
    <a:srgbClr val="F0F0F2"/>
    <a:srgbClr val="E2E3E6"/>
    <a:srgbClr val="D9D9DE"/>
    <a:srgbClr val="9EA1AE"/>
    <a:srgbClr val="D9E1E4"/>
    <a:srgbClr val="E7ECEC"/>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327" autoAdjust="0"/>
  </p:normalViewPr>
  <p:slideViewPr>
    <p:cSldViewPr snapToGrid="0" snapToObjects="1">
      <p:cViewPr varScale="1">
        <p:scale>
          <a:sx n="110" d="100"/>
          <a:sy n="110" d="100"/>
        </p:scale>
        <p:origin x="1736" y="472"/>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1" d="100"/>
          <a:sy n="111" d="100"/>
        </p:scale>
        <p:origin x="3280"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5DC7-7143-AF6A-61BBF80A50F8}"/>
              </c:ext>
            </c:extLst>
          </c:dPt>
          <c:dPt>
            <c:idx val="1"/>
            <c:bubble3D val="0"/>
            <c:spPr>
              <a:solidFill>
                <a:schemeClr val="accent1"/>
              </a:solidFill>
              <a:ln w="19050">
                <a:noFill/>
              </a:ln>
              <a:effectLst/>
            </c:spPr>
            <c:extLst>
              <c:ext xmlns:c16="http://schemas.microsoft.com/office/drawing/2014/chart" uri="{C3380CC4-5D6E-409C-BE32-E72D297353CC}">
                <c16:uniqueId val="{00000003-5DC7-7143-AF6A-61BBF80A50F8}"/>
              </c:ext>
            </c:extLst>
          </c:dPt>
          <c:dPt>
            <c:idx val="2"/>
            <c:bubble3D val="0"/>
            <c:spPr>
              <a:solidFill>
                <a:schemeClr val="accent6"/>
              </a:solidFill>
              <a:ln w="19050">
                <a:noFill/>
              </a:ln>
              <a:effectLst/>
            </c:spPr>
            <c:extLst>
              <c:ext xmlns:c16="http://schemas.microsoft.com/office/drawing/2014/chart" uri="{C3380CC4-5D6E-409C-BE32-E72D297353CC}">
                <c16:uniqueId val="{00000005-5DC7-7143-AF6A-61BBF80A50F8}"/>
              </c:ext>
            </c:extLst>
          </c:dPt>
          <c:dPt>
            <c:idx val="3"/>
            <c:bubble3D val="0"/>
            <c:spPr>
              <a:solidFill>
                <a:schemeClr val="accent5"/>
              </a:solidFill>
              <a:ln w="19050">
                <a:noFill/>
              </a:ln>
              <a:effectLst/>
            </c:spPr>
            <c:extLst>
              <c:ext xmlns:c16="http://schemas.microsoft.com/office/drawing/2014/chart" uri="{C3380CC4-5D6E-409C-BE32-E72D297353CC}">
                <c16:uniqueId val="{00000007-5DC7-7143-AF6A-61BBF80A50F8}"/>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5DC7-7143-AF6A-61BBF80A50F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EF9-6544-9694-65980A1E29A9}"/>
            </c:ext>
          </c:extLst>
        </c:ser>
        <c:ser>
          <c:idx val="1"/>
          <c:order val="1"/>
          <c:tx>
            <c:strRef>
              <c:f>Sheet1!$C$1</c:f>
              <c:strCache>
                <c:ptCount val="1"/>
                <c:pt idx="0">
                  <c:v>Series 2</c:v>
                </c:pt>
              </c:strCache>
            </c:strRef>
          </c:tx>
          <c:spPr>
            <a:solidFill>
              <a:schemeClr val="accent6"/>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EF9-6544-9694-65980A1E29A9}"/>
            </c:ext>
          </c:extLst>
        </c:ser>
        <c:ser>
          <c:idx val="2"/>
          <c:order val="2"/>
          <c:tx>
            <c:strRef>
              <c:f>Sheet1!$D$1</c:f>
              <c:strCache>
                <c:ptCount val="1"/>
                <c:pt idx="0">
                  <c:v>Series 3</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EF9-6544-9694-65980A1E29A9}"/>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475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ln>
              <a:noFill/>
            </a:ln>
          </c:spPr>
          <c:dPt>
            <c:idx val="0"/>
            <c:bubble3D val="0"/>
            <c:spPr>
              <a:solidFill>
                <a:schemeClr val="tx2"/>
              </a:solidFill>
              <a:ln w="19050">
                <a:noFill/>
              </a:ln>
              <a:effectLst/>
            </c:spPr>
            <c:extLst>
              <c:ext xmlns:c16="http://schemas.microsoft.com/office/drawing/2014/chart" uri="{C3380CC4-5D6E-409C-BE32-E72D297353CC}">
                <c16:uniqueId val="{00000001-84FC-9B40-8D6A-6A0B161F6382}"/>
              </c:ext>
            </c:extLst>
          </c:dPt>
          <c:dPt>
            <c:idx val="1"/>
            <c:bubble3D val="0"/>
            <c:spPr>
              <a:solidFill>
                <a:schemeClr val="accent1"/>
              </a:solidFill>
              <a:ln w="19050">
                <a:noFill/>
              </a:ln>
              <a:effectLst/>
            </c:spPr>
            <c:extLst>
              <c:ext xmlns:c16="http://schemas.microsoft.com/office/drawing/2014/chart" uri="{C3380CC4-5D6E-409C-BE32-E72D297353CC}">
                <c16:uniqueId val="{00000003-84FC-9B40-8D6A-6A0B161F6382}"/>
              </c:ext>
            </c:extLst>
          </c:dPt>
          <c:dPt>
            <c:idx val="2"/>
            <c:bubble3D val="0"/>
            <c:spPr>
              <a:solidFill>
                <a:schemeClr val="accent2"/>
              </a:solidFill>
              <a:ln w="19050">
                <a:noFill/>
              </a:ln>
              <a:effectLst/>
            </c:spPr>
            <c:extLst>
              <c:ext xmlns:c16="http://schemas.microsoft.com/office/drawing/2014/chart" uri="{C3380CC4-5D6E-409C-BE32-E72D297353CC}">
                <c16:uniqueId val="{00000005-84FC-9B40-8D6A-6A0B161F6382}"/>
              </c:ext>
            </c:extLst>
          </c:dPt>
          <c:dPt>
            <c:idx val="3"/>
            <c:bubble3D val="0"/>
            <c:spPr>
              <a:solidFill>
                <a:schemeClr val="bg2"/>
              </a:solidFill>
              <a:ln w="19050">
                <a:noFill/>
              </a:ln>
              <a:effectLst/>
            </c:spPr>
            <c:extLst>
              <c:ext xmlns:c16="http://schemas.microsoft.com/office/drawing/2014/chart" uri="{C3380CC4-5D6E-409C-BE32-E72D297353CC}">
                <c16:uniqueId val="{00000007-84FC-9B40-8D6A-6A0B161F6382}"/>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84FC-9B40-8D6A-6A0B161F6382}"/>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5FAB-5E42-AD00-E62161E3521F}"/>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5FAB-5E42-AD00-E62161E3521F}"/>
            </c:ext>
          </c:extLst>
        </c:ser>
        <c:ser>
          <c:idx val="2"/>
          <c:order val="2"/>
          <c:tx>
            <c:strRef>
              <c:f>Sheet1!$D$1</c:f>
              <c:strCache>
                <c:ptCount val="1"/>
                <c:pt idx="0">
                  <c:v>Series 3</c:v>
                </c:pt>
              </c:strCache>
            </c:strRef>
          </c:tx>
          <c:spPr>
            <a:solidFill>
              <a:schemeClr val="bg2"/>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5FAB-5E42-AD00-E62161E3521F}"/>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475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C7B-294B-88B7-879D12F1F2B9}"/>
              </c:ext>
            </c:extLst>
          </c:dPt>
          <c:dPt>
            <c:idx val="1"/>
            <c:bubble3D val="0"/>
            <c:spPr>
              <a:solidFill>
                <a:schemeClr val="accent2"/>
              </a:solidFill>
              <a:ln w="19050">
                <a:noFill/>
              </a:ln>
              <a:effectLst/>
            </c:spPr>
            <c:extLst>
              <c:ext xmlns:c16="http://schemas.microsoft.com/office/drawing/2014/chart" uri="{C3380CC4-5D6E-409C-BE32-E72D297353CC}">
                <c16:uniqueId val="{00000003-7C7B-294B-88B7-879D12F1F2B9}"/>
              </c:ext>
            </c:extLst>
          </c:dPt>
          <c:dPt>
            <c:idx val="2"/>
            <c:bubble3D val="0"/>
            <c:spPr>
              <a:solidFill>
                <a:schemeClr val="accent3"/>
              </a:solidFill>
              <a:ln w="19050">
                <a:noFill/>
              </a:ln>
              <a:effectLst/>
            </c:spPr>
            <c:extLst>
              <c:ext xmlns:c16="http://schemas.microsoft.com/office/drawing/2014/chart" uri="{C3380CC4-5D6E-409C-BE32-E72D297353CC}">
                <c16:uniqueId val="{00000005-7C7B-294B-88B7-879D12F1F2B9}"/>
              </c:ext>
            </c:extLst>
          </c:dPt>
          <c:dPt>
            <c:idx val="3"/>
            <c:bubble3D val="0"/>
            <c:spPr>
              <a:solidFill>
                <a:schemeClr val="accent4"/>
              </a:solidFill>
              <a:ln w="19050">
                <a:noFill/>
              </a:ln>
              <a:effectLst/>
            </c:spPr>
            <c:extLst>
              <c:ext xmlns:c16="http://schemas.microsoft.com/office/drawing/2014/chart" uri="{C3380CC4-5D6E-409C-BE32-E72D297353CC}">
                <c16:uniqueId val="{00000007-7C7B-294B-88B7-879D12F1F2B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7C7B-294B-88B7-879D12F1F2B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625-B241-BD53-5938A4DA2AB6}"/>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625-B241-BD53-5938A4DA2AB6}"/>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625-B241-BD53-5938A4DA2AB6}"/>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7475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tx2"/>
              </a:solidFill>
              <a:ln w="19050">
                <a:noFill/>
              </a:ln>
              <a:effectLst/>
            </c:spPr>
            <c:extLst>
              <c:ext xmlns:c16="http://schemas.microsoft.com/office/drawing/2014/chart" uri="{C3380CC4-5D6E-409C-BE32-E72D297353CC}">
                <c16:uniqueId val="{00000001-BF1D-ED48-8AE7-F2165E9429CE}"/>
              </c:ext>
            </c:extLst>
          </c:dPt>
          <c:dPt>
            <c:idx val="1"/>
            <c:bubble3D val="0"/>
            <c:spPr>
              <a:solidFill>
                <a:schemeClr val="accent2"/>
              </a:solidFill>
              <a:ln w="19050">
                <a:noFill/>
              </a:ln>
              <a:effectLst/>
            </c:spPr>
            <c:extLst>
              <c:ext xmlns:c16="http://schemas.microsoft.com/office/drawing/2014/chart" uri="{C3380CC4-5D6E-409C-BE32-E72D297353CC}">
                <c16:uniqueId val="{00000003-BF1D-ED48-8AE7-F2165E9429CE}"/>
              </c:ext>
            </c:extLst>
          </c:dPt>
          <c:dPt>
            <c:idx val="2"/>
            <c:bubble3D val="0"/>
            <c:spPr>
              <a:solidFill>
                <a:schemeClr val="accent3"/>
              </a:solidFill>
              <a:ln w="19050">
                <a:noFill/>
              </a:ln>
              <a:effectLst/>
            </c:spPr>
            <c:extLst>
              <c:ext xmlns:c16="http://schemas.microsoft.com/office/drawing/2014/chart" uri="{C3380CC4-5D6E-409C-BE32-E72D297353CC}">
                <c16:uniqueId val="{00000005-BF1D-ED48-8AE7-F2165E9429CE}"/>
              </c:ext>
            </c:extLst>
          </c:dPt>
          <c:dPt>
            <c:idx val="3"/>
            <c:bubble3D val="0"/>
            <c:spPr>
              <a:solidFill>
                <a:schemeClr val="accent5"/>
              </a:solidFill>
              <a:ln w="19050">
                <a:noFill/>
              </a:ln>
              <a:effectLst/>
            </c:spPr>
            <c:extLst>
              <c:ext xmlns:c16="http://schemas.microsoft.com/office/drawing/2014/chart" uri="{C3380CC4-5D6E-409C-BE32-E72D297353CC}">
                <c16:uniqueId val="{00000007-BF1D-ED48-8AE7-F2165E9429C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BF1D-ED48-8AE7-F2165E9429CE}"/>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dirty="0">
                <a:solidFill>
                  <a:schemeClr val="bg1"/>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A72-7E4B-8AAB-CFC9CA8BC2FE}"/>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A72-7E4B-8AAB-CFC9CA8BC2FE}"/>
            </c:ext>
          </c:extLst>
        </c:ser>
        <c:ser>
          <c:idx val="2"/>
          <c:order val="2"/>
          <c:tx>
            <c:strRef>
              <c:f>Sheet1!$D$1</c:f>
              <c:strCache>
                <c:ptCount val="1"/>
                <c:pt idx="0">
                  <c:v>Series 3</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A72-7E4B-8AAB-CFC9CA8BC2FE}"/>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475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tx2"/>
              </a:solidFill>
              <a:ln w="19050">
                <a:noFill/>
              </a:ln>
              <a:effectLst/>
            </c:spPr>
            <c:extLst>
              <c:ext xmlns:c16="http://schemas.microsoft.com/office/drawing/2014/chart" uri="{C3380CC4-5D6E-409C-BE32-E72D297353CC}">
                <c16:uniqueId val="{00000001-E7E3-484B-9354-2760926D74E9}"/>
              </c:ext>
            </c:extLst>
          </c:dPt>
          <c:dPt>
            <c:idx val="1"/>
            <c:bubble3D val="0"/>
            <c:spPr>
              <a:solidFill>
                <a:schemeClr val="accent3"/>
              </a:solidFill>
              <a:ln w="19050">
                <a:noFill/>
              </a:ln>
              <a:effectLst/>
            </c:spPr>
            <c:extLst>
              <c:ext xmlns:c16="http://schemas.microsoft.com/office/drawing/2014/chart" uri="{C3380CC4-5D6E-409C-BE32-E72D297353CC}">
                <c16:uniqueId val="{00000003-E7E3-484B-9354-2760926D74E9}"/>
              </c:ext>
            </c:extLst>
          </c:dPt>
          <c:dPt>
            <c:idx val="2"/>
            <c:bubble3D val="0"/>
            <c:spPr>
              <a:solidFill>
                <a:schemeClr val="accent5"/>
              </a:solidFill>
              <a:ln w="19050">
                <a:noFill/>
              </a:ln>
              <a:effectLst/>
            </c:spPr>
            <c:extLst>
              <c:ext xmlns:c16="http://schemas.microsoft.com/office/drawing/2014/chart" uri="{C3380CC4-5D6E-409C-BE32-E72D297353CC}">
                <c16:uniqueId val="{00000005-E7E3-484B-9354-2760926D74E9}"/>
              </c:ext>
            </c:extLst>
          </c:dPt>
          <c:dPt>
            <c:idx val="3"/>
            <c:bubble3D val="0"/>
            <c:spPr>
              <a:solidFill>
                <a:schemeClr val="accent6"/>
              </a:solidFill>
              <a:ln w="19050">
                <a:noFill/>
              </a:ln>
              <a:effectLst/>
            </c:spPr>
            <c:extLst>
              <c:ext xmlns:c16="http://schemas.microsoft.com/office/drawing/2014/chart" uri="{C3380CC4-5D6E-409C-BE32-E72D297353CC}">
                <c16:uniqueId val="{00000007-E7E3-484B-9354-2760926D74E9}"/>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E7E3-484B-9354-2760926D74E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en-US" dirty="0">
                <a:solidFill>
                  <a:schemeClr val="bg1"/>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01C-3440-B0EF-1859A98479B3}"/>
            </c:ext>
          </c:extLst>
        </c:ser>
        <c:ser>
          <c:idx val="1"/>
          <c:order val="1"/>
          <c:tx>
            <c:strRef>
              <c:f>Sheet1!$C$1</c:f>
              <c:strCache>
                <c:ptCount val="1"/>
                <c:pt idx="0">
                  <c:v>Series 2</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01C-3440-B0EF-1859A98479B3}"/>
            </c:ext>
          </c:extLst>
        </c:ser>
        <c:ser>
          <c:idx val="2"/>
          <c:order val="2"/>
          <c:tx>
            <c:strRef>
              <c:f>Sheet1!$D$1</c:f>
              <c:strCache>
                <c:ptCount val="1"/>
                <c:pt idx="0">
                  <c:v>Series 3</c:v>
                </c:pt>
              </c:strCache>
            </c:strRef>
          </c:tx>
          <c:spPr>
            <a:solidFill>
              <a:schemeClr val="accent6"/>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01C-3440-B0EF-1859A98479B3}"/>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475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tx2"/>
              </a:solidFill>
              <a:ln w="19050">
                <a:noFill/>
              </a:ln>
              <a:effectLst/>
            </c:spPr>
            <c:extLst>
              <c:ext xmlns:c16="http://schemas.microsoft.com/office/drawing/2014/chart" uri="{C3380CC4-5D6E-409C-BE32-E72D297353CC}">
                <c16:uniqueId val="{00000001-0CBF-AC4B-921A-7B723FDB36BA}"/>
              </c:ext>
            </c:extLst>
          </c:dPt>
          <c:dPt>
            <c:idx val="1"/>
            <c:bubble3D val="0"/>
            <c:spPr>
              <a:solidFill>
                <a:schemeClr val="accent2"/>
              </a:solidFill>
              <a:ln w="19050">
                <a:noFill/>
              </a:ln>
              <a:effectLst/>
            </c:spPr>
            <c:extLst>
              <c:ext xmlns:c16="http://schemas.microsoft.com/office/drawing/2014/chart" uri="{C3380CC4-5D6E-409C-BE32-E72D297353CC}">
                <c16:uniqueId val="{00000003-0CBF-AC4B-921A-7B723FDB36BA}"/>
              </c:ext>
            </c:extLst>
          </c:dPt>
          <c:dPt>
            <c:idx val="2"/>
            <c:bubble3D val="0"/>
            <c:spPr>
              <a:solidFill>
                <a:schemeClr val="accent5"/>
              </a:solidFill>
              <a:ln w="19050">
                <a:noFill/>
              </a:ln>
              <a:effectLst/>
            </c:spPr>
            <c:extLst>
              <c:ext xmlns:c16="http://schemas.microsoft.com/office/drawing/2014/chart" uri="{C3380CC4-5D6E-409C-BE32-E72D297353CC}">
                <c16:uniqueId val="{00000005-0CBF-AC4B-921A-7B723FDB36BA}"/>
              </c:ext>
            </c:extLst>
          </c:dPt>
          <c:dPt>
            <c:idx val="3"/>
            <c:bubble3D val="0"/>
            <c:spPr>
              <a:solidFill>
                <a:schemeClr val="accent6"/>
              </a:solidFill>
              <a:ln w="19050">
                <a:noFill/>
              </a:ln>
              <a:effectLst/>
            </c:spPr>
            <c:extLst>
              <c:ext xmlns:c16="http://schemas.microsoft.com/office/drawing/2014/chart" uri="{C3380CC4-5D6E-409C-BE32-E72D297353CC}">
                <c16:uniqueId val="{00000007-0CBF-AC4B-921A-7B723FDB36B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CBF-AC4B-921A-7B723FDB36BA}"/>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D1-2B45-8801-25EAF470FF1D}"/>
            </c:ext>
          </c:extLst>
        </c:ser>
        <c:ser>
          <c:idx val="1"/>
          <c:order val="1"/>
          <c:tx>
            <c:strRef>
              <c:f>Sheet1!$C$1</c:f>
              <c:strCache>
                <c:ptCount val="1"/>
                <c:pt idx="0">
                  <c:v>Series 2</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D1-2B45-8801-25EAF470FF1D}"/>
            </c:ext>
          </c:extLst>
        </c:ser>
        <c:ser>
          <c:idx val="2"/>
          <c:order val="2"/>
          <c:tx>
            <c:strRef>
              <c:f>Sheet1!$D$1</c:f>
              <c:strCache>
                <c:ptCount val="1"/>
                <c:pt idx="0">
                  <c:v>Series 3</c:v>
                </c:pt>
              </c:strCache>
            </c:strRef>
          </c:tx>
          <c:spPr>
            <a:solidFill>
              <a:schemeClr val="accent6"/>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D1-2B45-8801-25EAF470FF1D}"/>
            </c:ext>
          </c:extLst>
        </c:ser>
        <c:dLbls>
          <c:showLegendKey val="0"/>
          <c:showVal val="0"/>
          <c:showCatName val="0"/>
          <c:showSerName val="0"/>
          <c:showPercent val="0"/>
          <c:showBubbleSize val="0"/>
        </c:dLbls>
        <c:gapWidth val="219"/>
        <c:overlap val="-27"/>
        <c:axId val="697475599"/>
        <c:axId val="697330159"/>
      </c:barChart>
      <c:catAx>
        <c:axId val="6974755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330159"/>
        <c:crosses val="autoZero"/>
        <c:auto val="1"/>
        <c:lblAlgn val="ctr"/>
        <c:lblOffset val="100"/>
        <c:noMultiLvlLbl val="0"/>
      </c:catAx>
      <c:valAx>
        <c:axId val="69733015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697475599"/>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smtClean="0">
                <a:solidFill>
                  <a:schemeClr val="bg1">
                    <a:lumMod val="50000"/>
                  </a:schemeClr>
                </a:solidFill>
                <a:latin typeface="Barlow" pitchFamily="2" charset="77"/>
                <a:cs typeface="Arial" panose="020B0604020202020204" pitchFamily="34" charset="0"/>
              </a:rPr>
              <a:t>‹#›</a:t>
            </a:fld>
            <a:endParaRPr lang="en-US" dirty="0">
              <a:solidFill>
                <a:schemeClr val="bg1">
                  <a:lumMod val="50000"/>
                </a:schemeClr>
              </a:solidFill>
              <a:latin typeface="Barlow" pitchFamily="2" charset="77"/>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dirty="0">
              <a:solidFill>
                <a:schemeClr val="bg1">
                  <a:lumMod val="50000"/>
                </a:schemeClr>
              </a:solidFill>
              <a:latin typeface="Barlow" pitchFamily="2" charset="77"/>
              <a:cs typeface="Arial" panose="020B0604020202020204" pitchFamily="34" charset="0"/>
            </a:endParaRPr>
          </a:p>
        </p:txBody>
      </p:sp>
      <p:pic>
        <p:nvPicPr>
          <p:cNvPr id="9" name="Picture 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
        <p:nvSpPr>
          <p:cNvPr id="2" name="Date Placeholder 1">
            <a:extLst>
              <a:ext uri="{FF2B5EF4-FFF2-40B4-BE49-F238E27FC236}">
                <a16:creationId xmlns:a16="http://schemas.microsoft.com/office/drawing/2014/main" id="{45A4C274-FC20-274E-ABAE-1B6BD23BAFA2}"/>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E37C9AD1-494E-6A4E-8F5F-425D5063F09E}" type="datetimeFigureOut">
              <a:rPr lang="en-US" smtClean="0"/>
              <a:t>1/16/26</a:t>
            </a:fld>
            <a:endParaRPr lang="en-US"/>
          </a:p>
        </p:txBody>
      </p:sp>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928" userDrawn="1">
          <p15:clr>
            <a:srgbClr val="F26B43"/>
          </p15:clr>
        </p15:guide>
        <p15:guide id="2" pos="220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b="0" i="0">
                <a:latin typeface="Barlow" pitchFamily="2" charset="77"/>
                <a:cs typeface="Arial" panose="020B0604020202020204" pitchFamily="34" charset="0"/>
              </a:defRPr>
            </a:lvl1pPr>
          </a:lstStyle>
          <a:p>
            <a:r>
              <a:rPr lang="en-US"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0" i="0">
                <a:solidFill>
                  <a:schemeClr val="tx1">
                    <a:lumMod val="50000"/>
                    <a:lumOff val="50000"/>
                  </a:schemeClr>
                </a:solidFill>
                <a:latin typeface="Barlow" pitchFamily="2" charset="77"/>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lumMod val="65000"/>
                  </a:srgbClr>
                </a:solidFill>
                <a:effectLst/>
                <a:uLnTx/>
                <a:uFillTx/>
                <a:latin typeface="Barlow" pitchFamily="2" charset="77"/>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b="0" i="0">
                <a:latin typeface="Barlow" pitchFamily="2" charset="77"/>
              </a:defRPr>
            </a:lvl1pPr>
          </a:lstStyle>
          <a:p>
            <a:endParaRPr lang="en-US" sz="1000" dirty="0">
              <a:solidFill>
                <a:schemeClr val="bg1">
                  <a:lumMod val="50000"/>
                </a:schemeClr>
              </a:solidFill>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b="0" i="0">
                <a:latin typeface="Barlow" pitchFamily="2" charset="77"/>
              </a:defRPr>
            </a:lvl1pPr>
          </a:lstStyle>
          <a:p>
            <a:fld id="{2C2AD557-2032-D74A-B281-F0540E660787}" type="datetimeFigureOut">
              <a:rPr lang="en-US" sz="1000" smtClean="0">
                <a:solidFill>
                  <a:schemeClr val="bg1">
                    <a:lumMod val="50000"/>
                  </a:schemeClr>
                </a:solidFill>
                <a:cs typeface="Arial" panose="020B0604020202020204" pitchFamily="34" charset="0"/>
              </a:rPr>
              <a:pPr/>
              <a:t>1/16/26</a:t>
            </a:fld>
            <a:endParaRPr lang="en-US" sz="1000" dirty="0">
              <a:solidFill>
                <a:schemeClr val="bg1">
                  <a:lumMod val="50000"/>
                </a:schemeClr>
              </a:solidFill>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b="0" i="0" kern="1200">
        <a:solidFill>
          <a:schemeClr val="tx1">
            <a:lumMod val="50000"/>
            <a:lumOff val="50000"/>
          </a:schemeClr>
        </a:solidFill>
        <a:latin typeface="Barlow" pitchFamily="2" charset="77"/>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b="0" i="0" kern="1200">
        <a:solidFill>
          <a:schemeClr val="tx1">
            <a:lumMod val="50000"/>
            <a:lumOff val="50000"/>
          </a:schemeClr>
        </a:solidFill>
        <a:latin typeface="Barlow" pitchFamily="2" charset="77"/>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www.analog.com/en/index.html"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analog.com/en/index.html" TargetMode="External"/><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hemeOverride" Target="../theme/themeOverride4.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hyperlink" Target="https://www.analog.com/en/index.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Patter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2F76C70-D0CE-D738-0558-91BF754BF15B}"/>
              </a:ext>
            </a:extLst>
          </p:cNvPr>
          <p:cNvGrpSpPr/>
          <p:nvPr userDrawn="1"/>
        </p:nvGrpSpPr>
        <p:grpSpPr>
          <a:xfrm>
            <a:off x="0" y="0"/>
            <a:ext cx="7617658" cy="6862572"/>
            <a:chOff x="1" y="-4572"/>
            <a:chExt cx="7617658" cy="6862572"/>
          </a:xfrm>
        </p:grpSpPr>
        <p:sp>
          <p:nvSpPr>
            <p:cNvPr id="7" name="Freeform 6">
              <a:extLst>
                <a:ext uri="{FF2B5EF4-FFF2-40B4-BE49-F238E27FC236}">
                  <a16:creationId xmlns:a16="http://schemas.microsoft.com/office/drawing/2014/main" id="{449D9AC0-F957-4A6F-4DD9-7A5FC61565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CCF1316C-10A5-28E9-22D3-E28B92C6CB2F}"/>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9" name="TextBox 8">
            <a:hlinkClick r:id="rId4"/>
            <a:extLst>
              <a:ext uri="{FF2B5EF4-FFF2-40B4-BE49-F238E27FC236}">
                <a16:creationId xmlns:a16="http://schemas.microsoft.com/office/drawing/2014/main" id="{DF7479F7-195D-2E18-401F-FAE71BD96051}"/>
              </a:ext>
            </a:extLst>
          </p:cNvPr>
          <p:cNvSpPr txBox="1"/>
          <p:nvPr userDrawn="1"/>
        </p:nvSpPr>
        <p:spPr>
          <a:xfrm>
            <a:off x="432854" y="6204857"/>
            <a:ext cx="949632" cy="206829"/>
          </a:xfrm>
          <a:prstGeom prst="rect">
            <a:avLst/>
          </a:prstGeom>
          <a:noFill/>
        </p:spPr>
        <p:txBody>
          <a:bodyPr wrap="square" lIns="0" tIns="0" rIns="0" bIns="0" rtlCol="0" anchor="b" anchorCtr="0">
            <a:noAutofit/>
          </a:bodyPr>
          <a:lstStyle/>
          <a:p>
            <a:pPr marL="0" marR="0" lvl="0" indent="0" algn="l"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400" b="0" i="0" u="none" spc="0" baseline="0" dirty="0">
                <a:solidFill>
                  <a:schemeClr val="accent2">
                    <a:lumMod val="60000"/>
                    <a:lumOff val="40000"/>
                  </a:schemeClr>
                </a:solidFill>
                <a:effectLst/>
                <a:latin typeface="Barlow Medium" pitchFamily="2" charset="77"/>
              </a:rPr>
              <a:t>analog.com</a:t>
            </a:r>
            <a:endParaRPr lang="en-IE" sz="1400" b="0" i="0" u="none" spc="100" baseline="0" dirty="0">
              <a:solidFill>
                <a:schemeClr val="accent2">
                  <a:lumMod val="60000"/>
                  <a:lumOff val="40000"/>
                </a:schemeClr>
              </a:solidFill>
              <a:effectLst/>
              <a:latin typeface="Barlow Medium" pitchFamily="2" charset="77"/>
            </a:endParaRPr>
          </a:p>
        </p:txBody>
      </p:sp>
      <p:pic>
        <p:nvPicPr>
          <p:cNvPr id="10" name="Graphic 9">
            <a:hlinkClick r:id="rId4"/>
            <a:extLst>
              <a:ext uri="{FF2B5EF4-FFF2-40B4-BE49-F238E27FC236}">
                <a16:creationId xmlns:a16="http://schemas.microsoft.com/office/drawing/2014/main" id="{55E32BF2-18A2-7CEE-0495-510A9F96AF9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4980" y="904240"/>
            <a:ext cx="1584784" cy="450000"/>
          </a:xfrm>
          <a:prstGeom prst="rect">
            <a:avLst/>
          </a:prstGeom>
        </p:spPr>
      </p:pic>
      <p:sp>
        <p:nvSpPr>
          <p:cNvPr id="3" name="Text Placeholder 2">
            <a:extLst>
              <a:ext uri="{FF2B5EF4-FFF2-40B4-BE49-F238E27FC236}">
                <a16:creationId xmlns:a16="http://schemas.microsoft.com/office/drawing/2014/main" id="{9C945A94-3CF9-DE40-192E-900232841E59}"/>
              </a:ext>
            </a:extLst>
          </p:cNvPr>
          <p:cNvSpPr>
            <a:spLocks noGrp="1"/>
          </p:cNvSpPr>
          <p:nvPr>
            <p:ph type="body" sz="quarter" idx="14" hasCustomPrompt="1"/>
          </p:nvPr>
        </p:nvSpPr>
        <p:spPr>
          <a:xfrm>
            <a:off x="434293" y="4667812"/>
            <a:ext cx="3600000" cy="270000"/>
          </a:xfrm>
          <a:prstGeom prst="rect">
            <a:avLst/>
          </a:prstGeom>
        </p:spPr>
        <p:txBody>
          <a:bodyPr wrap="square" lIns="0" tIns="0" rIns="0" bIns="0" anchor="t" anchorCtr="0">
            <a:noAutofit/>
          </a:bodyPr>
          <a:lstStyle>
            <a:lvl1pPr marL="0" indent="0">
              <a:lnSpc>
                <a:spcPct val="90000"/>
              </a:lnSpc>
              <a:spcBef>
                <a:spcPts val="0"/>
              </a:spcBef>
              <a:spcAft>
                <a:spcPts val="0"/>
              </a:spcAft>
              <a:buNone/>
              <a:defRPr sz="2000" b="1" i="0" spc="0" baseline="0">
                <a:solidFill>
                  <a:schemeClr val="accent2">
                    <a:lumMod val="60000"/>
                    <a:lumOff val="40000"/>
                  </a:schemeClr>
                </a:solidFill>
                <a:latin typeface="Barlow Medium" pitchFamily="2" charset="77"/>
              </a:defRPr>
            </a:lvl1pPr>
          </a:lstStyle>
          <a:p>
            <a:r>
              <a:rPr lang="en-US" dirty="0"/>
              <a:t>Click to Add Author Name</a:t>
            </a:r>
          </a:p>
        </p:txBody>
      </p:sp>
      <p:sp>
        <p:nvSpPr>
          <p:cNvPr id="4" name="Text Placeholder 2">
            <a:extLst>
              <a:ext uri="{FF2B5EF4-FFF2-40B4-BE49-F238E27FC236}">
                <a16:creationId xmlns:a16="http://schemas.microsoft.com/office/drawing/2014/main" id="{38A71F52-3503-B96C-9247-6161E2C3DC80}"/>
              </a:ext>
            </a:extLst>
          </p:cNvPr>
          <p:cNvSpPr>
            <a:spLocks noGrp="1"/>
          </p:cNvSpPr>
          <p:nvPr>
            <p:ph type="body" sz="quarter" idx="15" hasCustomPrompt="1"/>
          </p:nvPr>
        </p:nvSpPr>
        <p:spPr>
          <a:xfrm>
            <a:off x="434293" y="4963932"/>
            <a:ext cx="2880000" cy="390388"/>
          </a:xfrm>
          <a:prstGeom prst="rect">
            <a:avLst/>
          </a:prstGeom>
        </p:spPr>
        <p:txBody>
          <a:bodyPr wrap="square" lIns="0" tIns="0" rIns="0" bIns="0" anchor="t" anchorCtr="0">
            <a:noAutofit/>
          </a:bodyPr>
          <a:lstStyle>
            <a:lvl1pPr marL="0" indent="0">
              <a:lnSpc>
                <a:spcPct val="100000"/>
              </a:lnSpc>
              <a:spcBef>
                <a:spcPts val="0"/>
              </a:spcBef>
              <a:spcAft>
                <a:spcPts val="0"/>
              </a:spcAft>
              <a:buNone/>
              <a:defRPr sz="1200" b="0" i="0" spc="0" baseline="0">
                <a:solidFill>
                  <a:schemeClr val="bg1"/>
                </a:solidFill>
                <a:latin typeface="Barlow Medium" pitchFamily="2" charset="77"/>
              </a:defRPr>
            </a:lvl1pPr>
          </a:lstStyle>
          <a:p>
            <a:r>
              <a:rPr lang="en-US" dirty="0"/>
              <a:t>Click to Add Job Title</a:t>
            </a:r>
          </a:p>
          <a:p>
            <a:endParaRPr lang="en-US" dirty="0"/>
          </a:p>
        </p:txBody>
      </p:sp>
      <p:sp>
        <p:nvSpPr>
          <p:cNvPr id="6" name="Text Placeholder 6">
            <a:extLst>
              <a:ext uri="{FF2B5EF4-FFF2-40B4-BE49-F238E27FC236}">
                <a16:creationId xmlns:a16="http://schemas.microsoft.com/office/drawing/2014/main" id="{A03B89A1-CA1A-58B5-ACA8-74366DA0AFB5}"/>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Title,</a:t>
            </a:r>
            <a:br>
              <a:rPr lang="en-US" dirty="0"/>
            </a:br>
            <a:r>
              <a:rPr lang="en-US" dirty="0"/>
              <a:t>3 Lines Max, 44 pt.</a:t>
            </a:r>
            <a:br>
              <a:rPr lang="en-US" dirty="0"/>
            </a:br>
            <a:r>
              <a:rPr lang="en-US" dirty="0"/>
              <a:t>Title Case</a:t>
            </a:r>
          </a:p>
        </p:txBody>
      </p:sp>
    </p:spTree>
    <p:extLst>
      <p:ext uri="{BB962C8B-B14F-4D97-AF65-F5344CB8AC3E}">
        <p14:creationId xmlns:p14="http://schemas.microsoft.com/office/powerpoint/2010/main" val="12353634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m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7F5266-55C9-0BE1-E63F-2CD32DA02CAE}"/>
              </a:ext>
            </a:extLst>
          </p:cNvPr>
          <p:cNvPicPr>
            <a:picLocks noChangeAspect="1"/>
          </p:cNvPicPr>
          <p:nvPr userDrawn="1"/>
        </p:nvPicPr>
        <p:blipFill>
          <a:blip r:embed="rId2"/>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72F76C70-D0CE-D738-0558-91BF754BF15B}"/>
              </a:ext>
            </a:extLst>
          </p:cNvPr>
          <p:cNvGrpSpPr/>
          <p:nvPr userDrawn="1"/>
        </p:nvGrpSpPr>
        <p:grpSpPr>
          <a:xfrm>
            <a:off x="0" y="0"/>
            <a:ext cx="7617658" cy="6862572"/>
            <a:chOff x="1" y="-4572"/>
            <a:chExt cx="7617658" cy="6862572"/>
          </a:xfrm>
        </p:grpSpPr>
        <p:sp>
          <p:nvSpPr>
            <p:cNvPr id="7" name="Freeform 6">
              <a:extLst>
                <a:ext uri="{FF2B5EF4-FFF2-40B4-BE49-F238E27FC236}">
                  <a16:creationId xmlns:a16="http://schemas.microsoft.com/office/drawing/2014/main" id="{449D9AC0-F957-4A6F-4DD9-7A5FC61565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8" name="Freeform 7">
              <a:extLst>
                <a:ext uri="{FF2B5EF4-FFF2-40B4-BE49-F238E27FC236}">
                  <a16:creationId xmlns:a16="http://schemas.microsoft.com/office/drawing/2014/main" id="{CCF1316C-10A5-28E9-22D3-E28B92C6CB2F}"/>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9" name="TextBox 8">
            <a:hlinkClick r:id="rId3"/>
            <a:extLst>
              <a:ext uri="{FF2B5EF4-FFF2-40B4-BE49-F238E27FC236}">
                <a16:creationId xmlns:a16="http://schemas.microsoft.com/office/drawing/2014/main" id="{DF7479F7-195D-2E18-401F-FAE71BD96051}"/>
              </a:ext>
            </a:extLst>
          </p:cNvPr>
          <p:cNvSpPr txBox="1"/>
          <p:nvPr userDrawn="1"/>
        </p:nvSpPr>
        <p:spPr>
          <a:xfrm>
            <a:off x="432854" y="6204857"/>
            <a:ext cx="949632" cy="206829"/>
          </a:xfrm>
          <a:prstGeom prst="rect">
            <a:avLst/>
          </a:prstGeom>
          <a:noFill/>
        </p:spPr>
        <p:txBody>
          <a:bodyPr wrap="square" lIns="0" tIns="0" rIns="0" bIns="0" rtlCol="0" anchor="b" anchorCtr="0">
            <a:noAutofit/>
          </a:bodyPr>
          <a:lstStyle/>
          <a:p>
            <a:pPr marL="0" marR="0" lvl="0" indent="0" algn="l"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400" b="0" i="0" u="none" spc="0" baseline="0" dirty="0">
                <a:solidFill>
                  <a:schemeClr val="accent2">
                    <a:lumMod val="60000"/>
                    <a:lumOff val="40000"/>
                  </a:schemeClr>
                </a:solidFill>
                <a:effectLst/>
                <a:latin typeface="Barlow Medium" pitchFamily="2" charset="77"/>
              </a:rPr>
              <a:t>analog.com</a:t>
            </a:r>
            <a:endParaRPr lang="en-IE" sz="1400" b="0" i="0" u="none" spc="100" baseline="0" dirty="0">
              <a:solidFill>
                <a:schemeClr val="accent2">
                  <a:lumMod val="60000"/>
                  <a:lumOff val="40000"/>
                </a:schemeClr>
              </a:solidFill>
              <a:effectLst/>
              <a:latin typeface="Barlow Medium" pitchFamily="2" charset="77"/>
            </a:endParaRPr>
          </a:p>
        </p:txBody>
      </p:sp>
      <p:pic>
        <p:nvPicPr>
          <p:cNvPr id="10" name="Graphic 9">
            <a:hlinkClick r:id="rId3"/>
            <a:extLst>
              <a:ext uri="{FF2B5EF4-FFF2-40B4-BE49-F238E27FC236}">
                <a16:creationId xmlns:a16="http://schemas.microsoft.com/office/drawing/2014/main" id="{55E32BF2-18A2-7CEE-0495-510A9F96AF9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44980" y="904240"/>
            <a:ext cx="1584784" cy="450000"/>
          </a:xfrm>
          <a:prstGeom prst="rect">
            <a:avLst/>
          </a:prstGeom>
        </p:spPr>
      </p:pic>
      <p:sp>
        <p:nvSpPr>
          <p:cNvPr id="12" name="Text Placeholder 2">
            <a:extLst>
              <a:ext uri="{FF2B5EF4-FFF2-40B4-BE49-F238E27FC236}">
                <a16:creationId xmlns:a16="http://schemas.microsoft.com/office/drawing/2014/main" id="{B34EDB31-305D-ABD5-A5B5-5A901432FC0B}"/>
              </a:ext>
            </a:extLst>
          </p:cNvPr>
          <p:cNvSpPr>
            <a:spLocks noGrp="1"/>
          </p:cNvSpPr>
          <p:nvPr>
            <p:ph type="body" sz="quarter" idx="14" hasCustomPrompt="1"/>
          </p:nvPr>
        </p:nvSpPr>
        <p:spPr>
          <a:xfrm>
            <a:off x="434293" y="4667812"/>
            <a:ext cx="3600000" cy="270000"/>
          </a:xfrm>
          <a:prstGeom prst="rect">
            <a:avLst/>
          </a:prstGeom>
        </p:spPr>
        <p:txBody>
          <a:bodyPr wrap="square" lIns="0" tIns="0" rIns="0" bIns="0" anchor="t" anchorCtr="0">
            <a:noAutofit/>
          </a:bodyPr>
          <a:lstStyle>
            <a:lvl1pPr marL="0" indent="0">
              <a:lnSpc>
                <a:spcPct val="90000"/>
              </a:lnSpc>
              <a:spcBef>
                <a:spcPts val="0"/>
              </a:spcBef>
              <a:spcAft>
                <a:spcPts val="0"/>
              </a:spcAft>
              <a:buNone/>
              <a:defRPr sz="2000" b="1" i="0" spc="0" baseline="0">
                <a:solidFill>
                  <a:schemeClr val="accent2">
                    <a:lumMod val="60000"/>
                    <a:lumOff val="40000"/>
                  </a:schemeClr>
                </a:solidFill>
                <a:latin typeface="Barlow Medium" pitchFamily="2" charset="77"/>
              </a:defRPr>
            </a:lvl1pPr>
          </a:lstStyle>
          <a:p>
            <a:r>
              <a:rPr lang="en-US" dirty="0"/>
              <a:t>Click to Add Author Name</a:t>
            </a:r>
          </a:p>
        </p:txBody>
      </p:sp>
      <p:sp>
        <p:nvSpPr>
          <p:cNvPr id="13" name="Text Placeholder 2">
            <a:extLst>
              <a:ext uri="{FF2B5EF4-FFF2-40B4-BE49-F238E27FC236}">
                <a16:creationId xmlns:a16="http://schemas.microsoft.com/office/drawing/2014/main" id="{0C40DCC2-6B3F-66D3-DF6F-1CAFC8AB6CDB}"/>
              </a:ext>
            </a:extLst>
          </p:cNvPr>
          <p:cNvSpPr>
            <a:spLocks noGrp="1"/>
          </p:cNvSpPr>
          <p:nvPr>
            <p:ph type="body" sz="quarter" idx="15" hasCustomPrompt="1"/>
          </p:nvPr>
        </p:nvSpPr>
        <p:spPr>
          <a:xfrm>
            <a:off x="434293" y="4963932"/>
            <a:ext cx="2880000" cy="390388"/>
          </a:xfrm>
          <a:prstGeom prst="rect">
            <a:avLst/>
          </a:prstGeom>
        </p:spPr>
        <p:txBody>
          <a:bodyPr wrap="square" lIns="0" tIns="0" rIns="0" bIns="0" anchor="t" anchorCtr="0">
            <a:noAutofit/>
          </a:bodyPr>
          <a:lstStyle>
            <a:lvl1pPr marL="0" indent="0">
              <a:lnSpc>
                <a:spcPct val="100000"/>
              </a:lnSpc>
              <a:spcBef>
                <a:spcPts val="0"/>
              </a:spcBef>
              <a:spcAft>
                <a:spcPts val="0"/>
              </a:spcAft>
              <a:buNone/>
              <a:defRPr sz="1200" b="0" i="0" spc="0" baseline="0">
                <a:solidFill>
                  <a:schemeClr val="bg1"/>
                </a:solidFill>
                <a:latin typeface="Barlow Medium" pitchFamily="2" charset="77"/>
              </a:defRPr>
            </a:lvl1pPr>
          </a:lstStyle>
          <a:p>
            <a:r>
              <a:rPr lang="en-US" dirty="0"/>
              <a:t>Click to Add Job Title</a:t>
            </a:r>
          </a:p>
          <a:p>
            <a:endParaRPr lang="en-US" dirty="0"/>
          </a:p>
        </p:txBody>
      </p:sp>
      <p:sp>
        <p:nvSpPr>
          <p:cNvPr id="3" name="Text Placeholder 6">
            <a:extLst>
              <a:ext uri="{FF2B5EF4-FFF2-40B4-BE49-F238E27FC236}">
                <a16:creationId xmlns:a16="http://schemas.microsoft.com/office/drawing/2014/main" id="{1EC33F89-D1AD-97BD-9796-653C4E747126}"/>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Title,</a:t>
            </a:r>
            <a:br>
              <a:rPr lang="en-US" dirty="0"/>
            </a:br>
            <a:r>
              <a:rPr lang="en-US" dirty="0"/>
              <a:t>3 Lines Max, 44 pt.</a:t>
            </a:r>
            <a:br>
              <a:rPr lang="en-US" dirty="0"/>
            </a:br>
            <a:r>
              <a:rPr lang="en-US" dirty="0"/>
              <a:t>Title Case</a:t>
            </a:r>
          </a:p>
        </p:txBody>
      </p:sp>
    </p:spTree>
    <p:extLst>
      <p:ext uri="{BB962C8B-B14F-4D97-AF65-F5344CB8AC3E}">
        <p14:creationId xmlns:p14="http://schemas.microsoft.com/office/powerpoint/2010/main" val="50467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6" name="Content Placeholder 2">
            <a:extLst>
              <a:ext uri="{FF2B5EF4-FFF2-40B4-BE49-F238E27FC236}">
                <a16:creationId xmlns:a16="http://schemas.microsoft.com/office/drawing/2014/main" id="{1075A93E-07A2-EBD4-1717-2BC5B458C00A}"/>
              </a:ext>
            </a:extLst>
          </p:cNvPr>
          <p:cNvSpPr>
            <a:spLocks noGrp="1"/>
          </p:cNvSpPr>
          <p:nvPr>
            <p:ph idx="10"/>
          </p:nvPr>
        </p:nvSpPr>
        <p:spPr>
          <a:xfrm>
            <a:off x="417600" y="1353312"/>
            <a:ext cx="11358000" cy="5094000"/>
          </a:xfrm>
          <a:prstGeom prst="rect">
            <a:avLst/>
          </a:prstGeom>
        </p:spPr>
        <p:txBody>
          <a:bodyPr>
            <a:noAutofit/>
          </a:bodyPr>
          <a:lstStyle>
            <a:lvl1pPr marL="0" indent="0">
              <a:spcAft>
                <a:spcPts val="600"/>
              </a:spcAft>
              <a:buFontTx/>
              <a:buNone/>
              <a:defRPr sz="1800">
                <a:solidFill>
                  <a:schemeClr val="tx1"/>
                </a:solidFill>
              </a:defRPr>
            </a:lvl1pPr>
            <a:lvl2pPr marL="457200" indent="-228600">
              <a:spcAft>
                <a:spcPts val="600"/>
              </a:spcAft>
              <a:tabLst/>
              <a:defRPr sz="1600">
                <a:solidFill>
                  <a:schemeClr val="tx1"/>
                </a:solidFill>
              </a:defRPr>
            </a:lvl2pPr>
            <a:lvl3pPr marL="866775" indent="-222250">
              <a:spcAft>
                <a:spcPts val="600"/>
              </a:spcAft>
              <a:tabLst/>
              <a:defRPr sz="1400">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6D4B9EFC-C7DD-F257-A5DB-C33A7A52FA0A}"/>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2FE45972-FE13-E8D4-E5E1-9B8CBA947C48}"/>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960796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Line Title and Content">
    <p:bg>
      <p:bgPr>
        <a:solidFill>
          <a:schemeClr val="bg1"/>
        </a:solidFill>
        <a:effectLst/>
      </p:bgPr>
    </p:bg>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E74B564B-7F9F-32DC-1EEB-57A3EFAD5558}"/>
              </a:ext>
            </a:extLst>
          </p:cNvPr>
          <p:cNvSpPr>
            <a:spLocks noGrp="1"/>
          </p:cNvSpPr>
          <p:nvPr>
            <p:ph type="title" hasCustomPrompt="1"/>
          </p:nvPr>
        </p:nvSpPr>
        <p:spPr>
          <a:xfrm>
            <a:off x="417600" y="640080"/>
            <a:ext cx="10080000" cy="842400"/>
          </a:xfrm>
        </p:spPr>
        <p:txBody>
          <a:bodyPr tIns="36576" anchor="t" anchorCtr="0"/>
          <a:lstStyle>
            <a:lvl1pPr>
              <a:defRPr sz="3200" spc="0" baseline="0"/>
            </a:lvl1pPr>
          </a:lstStyle>
          <a:p>
            <a:r>
              <a:rPr lang="en-GB" dirty="0"/>
              <a:t>Click to Add Title in Barlow Medium 32 pt. </a:t>
            </a:r>
            <a:br>
              <a:rPr lang="en-GB" dirty="0"/>
            </a:br>
            <a:r>
              <a:rPr lang="en-GB" dirty="0"/>
              <a:t>Max Two Lines, Title Case</a:t>
            </a:r>
            <a:endParaRPr lang="en-US" dirty="0"/>
          </a:p>
        </p:txBody>
      </p:sp>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B830200-494D-376F-25FC-62708EAC86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4" name="Slide Number Placeholder 3">
            <a:extLst>
              <a:ext uri="{FF2B5EF4-FFF2-40B4-BE49-F238E27FC236}">
                <a16:creationId xmlns:a16="http://schemas.microsoft.com/office/drawing/2014/main" id="{EFDD4A03-9143-BC58-1681-1225AE4D7FA3}"/>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314627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with Image">
    <p:bg>
      <p:bgPr>
        <a:solidFill>
          <a:schemeClr val="bg1"/>
        </a:solidFill>
        <a:effectLst/>
      </p:bgPr>
    </p:bg>
    <p:spTree>
      <p:nvGrpSpPr>
        <p:cNvPr id="1" name=""/>
        <p:cNvGrpSpPr/>
        <p:nvPr/>
      </p:nvGrpSpPr>
      <p:grpSpPr>
        <a:xfrm>
          <a:off x="0" y="0"/>
          <a:ext cx="0" cy="0"/>
          <a:chOff x="0" y="0"/>
          <a:chExt cx="0" cy="0"/>
        </a:xfrm>
      </p:grpSpPr>
      <p:pic>
        <p:nvPicPr>
          <p:cNvPr id="2" name="Picture 1" descr="A person working in a factory&#10;&#10;Description automatically generated">
            <a:extLst>
              <a:ext uri="{FF2B5EF4-FFF2-40B4-BE49-F238E27FC236}">
                <a16:creationId xmlns:a16="http://schemas.microsoft.com/office/drawing/2014/main" id="{5279C31A-3F31-E41C-E7A3-50162455647E}"/>
              </a:ext>
            </a:extLst>
          </p:cNvPr>
          <p:cNvPicPr>
            <a:picLocks noChangeAspect="1"/>
          </p:cNvPicPr>
          <p:nvPr userDrawn="1"/>
        </p:nvPicPr>
        <p:blipFill rotWithShape="1">
          <a:blip r:embed="rId3"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p:spPr>
      </p:pic>
      <p:grpSp>
        <p:nvGrpSpPr>
          <p:cNvPr id="4" name="Group 3">
            <a:extLst>
              <a:ext uri="{FF2B5EF4-FFF2-40B4-BE49-F238E27FC236}">
                <a16:creationId xmlns:a16="http://schemas.microsoft.com/office/drawing/2014/main" id="{9980CC74-0812-43C2-2A04-E80B64FF4663}"/>
              </a:ext>
            </a:extLst>
          </p:cNvPr>
          <p:cNvGrpSpPr/>
          <p:nvPr userDrawn="1"/>
        </p:nvGrpSpPr>
        <p:grpSpPr>
          <a:xfrm>
            <a:off x="0" y="0"/>
            <a:ext cx="7617658" cy="6862572"/>
            <a:chOff x="1" y="-4572"/>
            <a:chExt cx="7617658" cy="6862572"/>
          </a:xfrm>
        </p:grpSpPr>
        <p:sp>
          <p:nvSpPr>
            <p:cNvPr id="6" name="Freeform 5">
              <a:extLst>
                <a:ext uri="{FF2B5EF4-FFF2-40B4-BE49-F238E27FC236}">
                  <a16:creationId xmlns:a16="http://schemas.microsoft.com/office/drawing/2014/main" id="{F2F3DE54-34B6-3AF3-6CD6-3EEEE3D9CBDA}"/>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4E238CC0-96D0-F452-54CA-4E0E61680C7C}"/>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3" name="Text Placeholder 6">
            <a:extLst>
              <a:ext uri="{FF2B5EF4-FFF2-40B4-BE49-F238E27FC236}">
                <a16:creationId xmlns:a16="http://schemas.microsoft.com/office/drawing/2014/main" id="{65E685E6-13CB-D38D-FEA2-77D90875D004}"/>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Section Title, 3 Lines Max, 44 pt., Title Case</a:t>
            </a:r>
          </a:p>
        </p:txBody>
      </p:sp>
    </p:spTree>
    <p:extLst>
      <p:ext uri="{BB962C8B-B14F-4D97-AF65-F5344CB8AC3E}">
        <p14:creationId xmlns:p14="http://schemas.microsoft.com/office/powerpoint/2010/main" val="42645455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Slide with Patter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AD60E70-32AD-72EE-B1DB-7DDA206A7E59}"/>
              </a:ext>
            </a:extLst>
          </p:cNvPr>
          <p:cNvGrpSpPr/>
          <p:nvPr userDrawn="1"/>
        </p:nvGrpSpPr>
        <p:grpSpPr>
          <a:xfrm>
            <a:off x="0" y="0"/>
            <a:ext cx="7617658" cy="6862572"/>
            <a:chOff x="1" y="-4572"/>
            <a:chExt cx="7617658" cy="6862572"/>
          </a:xfrm>
        </p:grpSpPr>
        <p:sp>
          <p:nvSpPr>
            <p:cNvPr id="3" name="Freeform 2">
              <a:extLst>
                <a:ext uri="{FF2B5EF4-FFF2-40B4-BE49-F238E27FC236}">
                  <a16:creationId xmlns:a16="http://schemas.microsoft.com/office/drawing/2014/main" id="{99A5004D-7C58-27D4-EB7C-CAEEB8F6A5B8}"/>
                </a:ext>
              </a:extLst>
            </p:cNvPr>
            <p:cNvSpPr/>
            <p:nvPr userDrawn="1"/>
          </p:nvSpPr>
          <p:spPr>
            <a:xfrm>
              <a:off x="104172" y="205255"/>
              <a:ext cx="7513487" cy="6652745"/>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 name="connsiteX0" fmla="*/ 0 w 7513487"/>
                <a:gd name="connsiteY0" fmla="*/ 0 h 6858000"/>
                <a:gd name="connsiteX1" fmla="*/ 1541566 w 7513487"/>
                <a:gd name="connsiteY1" fmla="*/ 0 h 6858000"/>
                <a:gd name="connsiteX2" fmla="*/ 7513487 w 7513487"/>
                <a:gd name="connsiteY2" fmla="*/ 3417425 h 6858000"/>
                <a:gd name="connsiteX3" fmla="*/ 1859925 w 7513487"/>
                <a:gd name="connsiteY3" fmla="*/ 6638374 h 6858000"/>
                <a:gd name="connsiteX4" fmla="*/ 0 w 7513487"/>
                <a:gd name="connsiteY4" fmla="*/ 6858000 h 6858000"/>
                <a:gd name="connsiteX5" fmla="*/ 0 w 7513487"/>
                <a:gd name="connsiteY5" fmla="*/ 0 h 6858000"/>
                <a:gd name="connsiteX0" fmla="*/ 0 w 7513487"/>
                <a:gd name="connsiteY0" fmla="*/ 0 h 6649933"/>
                <a:gd name="connsiteX1" fmla="*/ 1541566 w 7513487"/>
                <a:gd name="connsiteY1" fmla="*/ 0 h 6649933"/>
                <a:gd name="connsiteX2" fmla="*/ 7513487 w 7513487"/>
                <a:gd name="connsiteY2" fmla="*/ 3417425 h 6649933"/>
                <a:gd name="connsiteX3" fmla="*/ 1859925 w 7513487"/>
                <a:gd name="connsiteY3" fmla="*/ 6638374 h 6649933"/>
                <a:gd name="connsiteX4" fmla="*/ 0 w 7513487"/>
                <a:gd name="connsiteY4" fmla="*/ 6649933 h 6649933"/>
                <a:gd name="connsiteX5" fmla="*/ 0 w 7513487"/>
                <a:gd name="connsiteY5" fmla="*/ 0 h 6649933"/>
                <a:gd name="connsiteX0" fmla="*/ 0 w 7513487"/>
                <a:gd name="connsiteY0" fmla="*/ 0 h 6643886"/>
                <a:gd name="connsiteX1" fmla="*/ 1541566 w 7513487"/>
                <a:gd name="connsiteY1" fmla="*/ 0 h 6643886"/>
                <a:gd name="connsiteX2" fmla="*/ 7513487 w 7513487"/>
                <a:gd name="connsiteY2" fmla="*/ 3417425 h 6643886"/>
                <a:gd name="connsiteX3" fmla="*/ 1859925 w 7513487"/>
                <a:gd name="connsiteY3" fmla="*/ 6638374 h 6643886"/>
                <a:gd name="connsiteX4" fmla="*/ 0 w 7513487"/>
                <a:gd name="connsiteY4" fmla="*/ 6643886 h 6643886"/>
                <a:gd name="connsiteX5" fmla="*/ 0 w 7513487"/>
                <a:gd name="connsiteY5" fmla="*/ 0 h 664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3487" h="6643886">
                  <a:moveTo>
                    <a:pt x="0" y="0"/>
                  </a:moveTo>
                  <a:lnTo>
                    <a:pt x="1541566" y="0"/>
                  </a:lnTo>
                  <a:lnTo>
                    <a:pt x="7513487" y="3417425"/>
                  </a:lnTo>
                  <a:lnTo>
                    <a:pt x="1859925" y="6638374"/>
                  </a:lnTo>
                  <a:lnTo>
                    <a:pt x="0" y="6643886"/>
                  </a:lnTo>
                  <a:lnTo>
                    <a:pt x="0" y="0"/>
                  </a:lnTo>
                  <a:close/>
                </a:path>
              </a:pathLst>
            </a:custGeom>
            <a:solidFill>
              <a:schemeClr val="tx1">
                <a:alpha val="2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DAB5AFC3-5343-064B-A219-1AE7209A8C04}"/>
                </a:ext>
              </a:extLst>
            </p:cNvPr>
            <p:cNvSpPr/>
            <p:nvPr userDrawn="1"/>
          </p:nvSpPr>
          <p:spPr>
            <a:xfrm>
              <a:off x="1" y="-4572"/>
              <a:ext cx="7513487" cy="6862572"/>
            </a:xfrm>
            <a:custGeom>
              <a:avLst/>
              <a:gdLst>
                <a:gd name="connsiteX0" fmla="*/ 0 w 7513487"/>
                <a:gd name="connsiteY0" fmla="*/ 0 h 6858000"/>
                <a:gd name="connsiteX1" fmla="*/ 1541566 w 7513487"/>
                <a:gd name="connsiteY1" fmla="*/ 0 h 6858000"/>
                <a:gd name="connsiteX2" fmla="*/ 7513487 w 7513487"/>
                <a:gd name="connsiteY2" fmla="*/ 3417425 h 6858000"/>
                <a:gd name="connsiteX3" fmla="*/ 1501110 w 7513487"/>
                <a:gd name="connsiteY3" fmla="*/ 6858000 h 6858000"/>
                <a:gd name="connsiteX4" fmla="*/ 0 w 751348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3487" h="6858000">
                  <a:moveTo>
                    <a:pt x="0" y="0"/>
                  </a:moveTo>
                  <a:lnTo>
                    <a:pt x="1541566" y="0"/>
                  </a:lnTo>
                  <a:lnTo>
                    <a:pt x="7513487" y="3417425"/>
                  </a:lnTo>
                  <a:lnTo>
                    <a:pt x="1501110" y="6858000"/>
                  </a:lnTo>
                  <a:lnTo>
                    <a:pt x="0" y="6858000"/>
                  </a:lnTo>
                  <a:close/>
                </a:path>
              </a:pathLst>
            </a:cu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sp>
        <p:nvSpPr>
          <p:cNvPr id="2" name="Text Placeholder 6">
            <a:extLst>
              <a:ext uri="{FF2B5EF4-FFF2-40B4-BE49-F238E27FC236}">
                <a16:creationId xmlns:a16="http://schemas.microsoft.com/office/drawing/2014/main" id="{EC18DD37-D9CA-886C-4E16-79E064AA6B0F}"/>
              </a:ext>
            </a:extLst>
          </p:cNvPr>
          <p:cNvSpPr>
            <a:spLocks noGrp="1"/>
          </p:cNvSpPr>
          <p:nvPr>
            <p:ph type="body" sz="quarter" idx="10" hasCustomPrompt="1"/>
          </p:nvPr>
        </p:nvSpPr>
        <p:spPr>
          <a:xfrm>
            <a:off x="434403" y="2448560"/>
            <a:ext cx="5040000" cy="1979006"/>
          </a:xfrm>
          <a:prstGeom prst="rect">
            <a:avLst/>
          </a:prstGeom>
        </p:spPr>
        <p:txBody>
          <a:bodyPr wrap="square" lIns="0" tIns="0" rIns="0" bIns="0" anchor="b" anchorCtr="0">
            <a:noAutofit/>
          </a:bodyPr>
          <a:lstStyle>
            <a:lvl1pPr marL="0" indent="0">
              <a:lnSpc>
                <a:spcPct val="90000"/>
              </a:lnSpc>
              <a:spcBef>
                <a:spcPts val="0"/>
              </a:spcBef>
              <a:spcAft>
                <a:spcPts val="0"/>
              </a:spcAft>
              <a:buNone/>
              <a:defRPr sz="4400" b="0" i="0" spc="0" baseline="0">
                <a:solidFill>
                  <a:schemeClr val="bg1"/>
                </a:solidFill>
                <a:latin typeface="Barlow Medium" pitchFamily="2" charset="77"/>
              </a:defRPr>
            </a:lvl1pPr>
          </a:lstStyle>
          <a:p>
            <a:r>
              <a:rPr lang="en-US" dirty="0"/>
              <a:t>Click to Add Section Title, 3 Lines Max, 44 pt., Title Case</a:t>
            </a:r>
          </a:p>
        </p:txBody>
      </p:sp>
    </p:spTree>
    <p:extLst>
      <p:ext uri="{BB962C8B-B14F-4D97-AF65-F5344CB8AC3E}">
        <p14:creationId xmlns:p14="http://schemas.microsoft.com/office/powerpoint/2010/main" val="532668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80F7495-C78C-5BD8-12F5-D3FE1407E08D}"/>
              </a:ext>
            </a:extLst>
          </p:cNvPr>
          <p:cNvSpPr>
            <a:spLocks noGrp="1"/>
          </p:cNvSpPr>
          <p:nvPr>
            <p:ph idx="10"/>
          </p:nvPr>
        </p:nvSpPr>
        <p:spPr>
          <a:xfrm>
            <a:off x="417600"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727E58A3-0A5D-732B-0055-E391B11ABCF7}"/>
              </a:ext>
            </a:extLst>
          </p:cNvPr>
          <p:cNvSpPr>
            <a:spLocks noGrp="1"/>
          </p:cNvSpPr>
          <p:nvPr>
            <p:ph idx="11"/>
          </p:nvPr>
        </p:nvSpPr>
        <p:spPr>
          <a:xfrm>
            <a:off x="6294293" y="1364400"/>
            <a:ext cx="5486400" cy="50940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9D0724DB-44AA-8EF1-D24E-EE31252C8A4D}"/>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3" name="Slide Number Placeholder 3">
            <a:extLst>
              <a:ext uri="{FF2B5EF4-FFF2-40B4-BE49-F238E27FC236}">
                <a16:creationId xmlns:a16="http://schemas.microsoft.com/office/drawing/2014/main" id="{12D86F02-FD9E-9CA8-C43A-A87AC3AFACC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18941DD9-5289-8381-97D8-48A472D3D163}"/>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14020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Sub Header">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4" name="Legal Statement">
            <a:extLst>
              <a:ext uri="{FF2B5EF4-FFF2-40B4-BE49-F238E27FC236}">
                <a16:creationId xmlns:a16="http://schemas.microsoft.com/office/drawing/2014/main" id="{A88B1579-377C-8586-6E52-6B200302CCC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A253026E-B5C4-FD0A-19D4-0B5461FD627C}"/>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6" name="Title 5">
            <a:extLst>
              <a:ext uri="{FF2B5EF4-FFF2-40B4-BE49-F238E27FC236}">
                <a16:creationId xmlns:a16="http://schemas.microsoft.com/office/drawing/2014/main" id="{AA1A507F-49ED-2628-38B9-7F81817B7B96}"/>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73010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Sub Header Two Column">
    <p:bg>
      <p:bgPr>
        <a:solidFill>
          <a:schemeClr val="bg1"/>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8943F822-F879-A359-A0CB-E4E9D060DA7E}"/>
              </a:ext>
            </a:extLst>
          </p:cNvPr>
          <p:cNvSpPr>
            <a:spLocks noGrp="1"/>
          </p:cNvSpPr>
          <p:nvPr>
            <p:ph type="body" sz="quarter" idx="22" hasCustomPrompt="1"/>
          </p:nvPr>
        </p:nvSpPr>
        <p:spPr>
          <a:xfrm>
            <a:off x="6287100"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5" name="Text Placeholder 3">
            <a:extLst>
              <a:ext uri="{FF2B5EF4-FFF2-40B4-BE49-F238E27FC236}">
                <a16:creationId xmlns:a16="http://schemas.microsoft.com/office/drawing/2014/main" id="{1436D999-58A8-2BE5-FFFE-3347C537C4F7}"/>
              </a:ext>
            </a:extLst>
          </p:cNvPr>
          <p:cNvSpPr>
            <a:spLocks noGrp="1"/>
          </p:cNvSpPr>
          <p:nvPr>
            <p:ph type="body" sz="quarter" idx="16" hasCustomPrompt="1"/>
          </p:nvPr>
        </p:nvSpPr>
        <p:spPr>
          <a:xfrm>
            <a:off x="417599" y="1362881"/>
            <a:ext cx="5486400" cy="273600"/>
          </a:xfrm>
          <a:prstGeom prst="rect">
            <a:avLst/>
          </a:prstGeom>
        </p:spPr>
        <p:txBody>
          <a:bodyPr lIns="0" tIns="0" rIns="0" bIns="0">
            <a:noAutofit/>
          </a:bodyPr>
          <a:lstStyle>
            <a:lvl1pPr marL="9525" indent="0" algn="l">
              <a:buNone/>
              <a:defRPr sz="1800" b="0" i="0" cap="none" baseline="0">
                <a:solidFill>
                  <a:schemeClr val="bg2">
                    <a:lumMod val="75000"/>
                  </a:schemeClr>
                </a:solidFill>
                <a:latin typeface="Barlow SemiBold" pitchFamily="2" charset="77"/>
              </a:defRPr>
            </a:lvl1pPr>
          </a:lstStyle>
          <a:p>
            <a:pPr lvl="0"/>
            <a:r>
              <a:rPr lang="en-GB" dirty="0"/>
              <a:t>Click to Add Title</a:t>
            </a:r>
            <a:endParaRPr lang="en-US" dirty="0"/>
          </a:p>
        </p:txBody>
      </p:sp>
      <p:sp>
        <p:nvSpPr>
          <p:cNvPr id="10" name="Content Placeholder 2">
            <a:extLst>
              <a:ext uri="{FF2B5EF4-FFF2-40B4-BE49-F238E27FC236}">
                <a16:creationId xmlns:a16="http://schemas.microsoft.com/office/drawing/2014/main" id="{CA17CAD3-45BB-FDDB-D008-5419EA5DB376}"/>
              </a:ext>
            </a:extLst>
          </p:cNvPr>
          <p:cNvSpPr>
            <a:spLocks noGrp="1"/>
          </p:cNvSpPr>
          <p:nvPr>
            <p:ph idx="11"/>
          </p:nvPr>
        </p:nvSpPr>
        <p:spPr>
          <a:xfrm>
            <a:off x="417600"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614CBD0C-A49D-E688-875B-662AD4E5C923}"/>
              </a:ext>
            </a:extLst>
          </p:cNvPr>
          <p:cNvSpPr>
            <a:spLocks noGrp="1"/>
          </p:cNvSpPr>
          <p:nvPr>
            <p:ph idx="23"/>
          </p:nvPr>
        </p:nvSpPr>
        <p:spPr>
          <a:xfrm>
            <a:off x="6301565" y="1921564"/>
            <a:ext cx="5486399" cy="4525200"/>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3" name="Legal Statement">
            <a:extLst>
              <a:ext uri="{FF2B5EF4-FFF2-40B4-BE49-F238E27FC236}">
                <a16:creationId xmlns:a16="http://schemas.microsoft.com/office/drawing/2014/main" id="{5B95C7BD-0ECF-E8E8-0AA1-669DC702782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7" name="Slide Number Placeholder 3">
            <a:extLst>
              <a:ext uri="{FF2B5EF4-FFF2-40B4-BE49-F238E27FC236}">
                <a16:creationId xmlns:a16="http://schemas.microsoft.com/office/drawing/2014/main" id="{3ED327D0-C0CF-65BA-41BD-4DD376DF5DB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E7B0F791-FCAD-93C1-469A-FF5C9492342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07276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7" name="Picture Placeholder 11">
            <a:extLst>
              <a:ext uri="{FF2B5EF4-FFF2-40B4-BE49-F238E27FC236}">
                <a16:creationId xmlns:a16="http://schemas.microsoft.com/office/drawing/2014/main" id="{D6FD505D-77D2-F2AA-38CA-7D137C31B208}"/>
              </a:ext>
            </a:extLst>
          </p:cNvPr>
          <p:cNvSpPr>
            <a:spLocks noGrp="1"/>
          </p:cNvSpPr>
          <p:nvPr>
            <p:ph type="pic" sz="quarter" idx="16" hasCustomPrompt="1"/>
          </p:nvPr>
        </p:nvSpPr>
        <p:spPr>
          <a:xfrm>
            <a:off x="5822066" y="1050828"/>
            <a:ext cx="5958000" cy="5396400"/>
          </a:xfrm>
          <a:prstGeom prst="rect">
            <a:avLst/>
          </a:prstGeom>
          <a:noFill/>
          <a:ln>
            <a:noFill/>
          </a:ln>
        </p:spPr>
        <p:txBody>
          <a:bodyPr wrap="square" anchor="ctr">
            <a:noAutofit/>
          </a:bodyPr>
          <a:lstStyle>
            <a:lvl1pPr marL="0" marR="0" indent="0" algn="ctr" defTabSz="457200" rtl="0" eaLnBrk="1" fontAlgn="auto" latinLnBrk="0" hangingPunct="1">
              <a:lnSpc>
                <a:spcPct val="100000"/>
              </a:lnSpc>
              <a:spcBef>
                <a:spcPts val="1000"/>
              </a:spcBef>
              <a:spcAft>
                <a:spcPts val="0"/>
              </a:spcAft>
              <a:buClr>
                <a:schemeClr val="bg2"/>
              </a:buClr>
              <a:buSzPct val="75000"/>
              <a:buFont typeface="Barlow"/>
              <a:buNone/>
              <a:tabLst/>
              <a:defRPr sz="2000">
                <a:solidFill>
                  <a:schemeClr val="tx1">
                    <a:lumMod val="20000"/>
                    <a:lumOff val="80000"/>
                  </a:schemeClr>
                </a:solidFill>
              </a:defRPr>
            </a:lvl1pPr>
          </a:lstStyle>
          <a:p>
            <a:r>
              <a:rPr lang="en-US" dirty="0"/>
              <a:t>Click to add picture</a:t>
            </a:r>
          </a:p>
        </p:txBody>
      </p:sp>
      <p:sp>
        <p:nvSpPr>
          <p:cNvPr id="3" name="Title 5">
            <a:extLst>
              <a:ext uri="{FF2B5EF4-FFF2-40B4-BE49-F238E27FC236}">
                <a16:creationId xmlns:a16="http://schemas.microsoft.com/office/drawing/2014/main" id="{ADFE071F-83A9-FEE7-214E-2FCD9E1F5EC8}"/>
              </a:ext>
            </a:extLst>
          </p:cNvPr>
          <p:cNvSpPr>
            <a:spLocks noGrp="1"/>
          </p:cNvSpPr>
          <p:nvPr>
            <p:ph type="title" hasCustomPrompt="1"/>
          </p:nvPr>
        </p:nvSpPr>
        <p:spPr>
          <a:xfrm>
            <a:off x="417598" y="640080"/>
            <a:ext cx="5040000" cy="1270000"/>
          </a:xfrm>
        </p:spPr>
        <p:txBody>
          <a:bodyPr anchor="t"/>
          <a:lstStyle>
            <a:lvl1pPr algn="l">
              <a:defRPr sz="3200" spc="0" baseline="0"/>
            </a:lvl1pPr>
          </a:lstStyle>
          <a:p>
            <a:r>
              <a:rPr lang="en-GB" dirty="0"/>
              <a:t>Click to Add Title in Barlow Medium 32 pt. Max Three Lines, Title Case</a:t>
            </a:r>
            <a:endParaRPr lang="en-US" dirty="0"/>
          </a:p>
        </p:txBody>
      </p:sp>
      <p:sp>
        <p:nvSpPr>
          <p:cNvPr id="5" name="Content Placeholder 2">
            <a:extLst>
              <a:ext uri="{FF2B5EF4-FFF2-40B4-BE49-F238E27FC236}">
                <a16:creationId xmlns:a16="http://schemas.microsoft.com/office/drawing/2014/main" id="{21C0673C-A7DF-F8F0-75F9-2DE7661FFE59}"/>
              </a:ext>
            </a:extLst>
          </p:cNvPr>
          <p:cNvSpPr>
            <a:spLocks noGrp="1"/>
          </p:cNvSpPr>
          <p:nvPr>
            <p:ph idx="11"/>
          </p:nvPr>
        </p:nvSpPr>
        <p:spPr>
          <a:xfrm>
            <a:off x="417601" y="2191109"/>
            <a:ext cx="5040000" cy="4256119"/>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Legal Statement">
            <a:extLst>
              <a:ext uri="{FF2B5EF4-FFF2-40B4-BE49-F238E27FC236}">
                <a16:creationId xmlns:a16="http://schemas.microsoft.com/office/drawing/2014/main" id="{47974C77-A9A2-9C5D-4B14-33988A2D732F}"/>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4" name="Slide Number Placeholder 3">
            <a:extLst>
              <a:ext uri="{FF2B5EF4-FFF2-40B4-BE49-F238E27FC236}">
                <a16:creationId xmlns:a16="http://schemas.microsoft.com/office/drawing/2014/main" id="{26D7B890-9F88-CA9F-C400-1C66AD3B04AE}"/>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189603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 Blank">
    <p:bg>
      <p:bgPr>
        <a:solidFill>
          <a:schemeClr val="bg1"/>
        </a:solidFill>
        <a:effectLst/>
      </p:bgPr>
    </p:bg>
    <p:spTree>
      <p:nvGrpSpPr>
        <p:cNvPr id="1" name=""/>
        <p:cNvGrpSpPr/>
        <p:nvPr/>
      </p:nvGrpSpPr>
      <p:grpSpPr>
        <a:xfrm>
          <a:off x="0" y="0"/>
          <a:ext cx="0" cy="0"/>
          <a:chOff x="0" y="0"/>
          <a:chExt cx="0" cy="0"/>
        </a:xfrm>
      </p:grpSpPr>
      <p:sp>
        <p:nvSpPr>
          <p:cNvPr id="3" name="Legal Statement">
            <a:extLst>
              <a:ext uri="{FF2B5EF4-FFF2-40B4-BE49-F238E27FC236}">
                <a16:creationId xmlns:a16="http://schemas.microsoft.com/office/drawing/2014/main" id="{1B066EA6-D718-7545-E381-864DF12587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FB0EC10E-15B9-88B4-1BEB-1CF6CD00DA96}"/>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28760039-3EE1-0111-00FA-AC5941EF52FC}"/>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2079982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Alternate">
    <p:bg>
      <p:bgPr>
        <a:solidFill>
          <a:schemeClr val="bg1"/>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C0E1006A-6F73-6CC5-9A6B-003C025FE1EF}"/>
              </a:ext>
            </a:extLst>
          </p:cNvPr>
          <p:cNvSpPr>
            <a:spLocks noGrp="1"/>
          </p:cNvSpPr>
          <p:nvPr>
            <p:ph idx="21"/>
          </p:nvPr>
        </p:nvSpPr>
        <p:spPr>
          <a:xfrm>
            <a:off x="6299113"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0B4FFC0-576B-550B-4CBA-830C438E3C74}"/>
              </a:ext>
            </a:extLst>
          </p:cNvPr>
          <p:cNvSpPr>
            <a:spLocks noGrp="1"/>
          </p:cNvSpPr>
          <p:nvPr>
            <p:ph idx="10"/>
          </p:nvPr>
        </p:nvSpPr>
        <p:spPr>
          <a:xfrm>
            <a:off x="428400" y="1611369"/>
            <a:ext cx="5473925" cy="4752217"/>
          </a:xfrm>
          <a:prstGeom prst="roundRect">
            <a:avLst>
              <a:gd name="adj" fmla="val 5234"/>
            </a:avLst>
          </a:prstGeom>
          <a:solidFill>
            <a:schemeClr val="bg1"/>
          </a:solidFill>
          <a:ln w="12700">
            <a:solidFill>
              <a:schemeClr val="tx2"/>
            </a:solidFill>
          </a:ln>
        </p:spPr>
        <p:txBody>
          <a:bodyPr lIns="144000" tIns="396000" rIns="144000" bIns="144000">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
        <p:nvSpPr>
          <p:cNvPr id="2" name="Text Placeholder 3">
            <a:extLst>
              <a:ext uri="{FF2B5EF4-FFF2-40B4-BE49-F238E27FC236}">
                <a16:creationId xmlns:a16="http://schemas.microsoft.com/office/drawing/2014/main" id="{E42180F3-8D99-D80C-3C16-210296F93547}"/>
              </a:ext>
            </a:extLst>
          </p:cNvPr>
          <p:cNvSpPr>
            <a:spLocks noGrp="1"/>
          </p:cNvSpPr>
          <p:nvPr>
            <p:ph type="body" sz="quarter" idx="20" hasCustomPrompt="1"/>
          </p:nvPr>
        </p:nvSpPr>
        <p:spPr>
          <a:xfrm>
            <a:off x="68394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7" name="Text Placeholder 3">
            <a:extLst>
              <a:ext uri="{FF2B5EF4-FFF2-40B4-BE49-F238E27FC236}">
                <a16:creationId xmlns:a16="http://schemas.microsoft.com/office/drawing/2014/main" id="{A529CD75-8F30-B30C-E480-81A1F577984F}"/>
              </a:ext>
            </a:extLst>
          </p:cNvPr>
          <p:cNvSpPr>
            <a:spLocks noGrp="1"/>
          </p:cNvSpPr>
          <p:nvPr>
            <p:ph type="body" sz="quarter" idx="19" hasCustomPrompt="1"/>
          </p:nvPr>
        </p:nvSpPr>
        <p:spPr>
          <a:xfrm>
            <a:off x="1048225" y="1424722"/>
            <a:ext cx="4320000" cy="360000"/>
          </a:xfrm>
          <a:prstGeom prst="roundRect">
            <a:avLst/>
          </a:prstGeom>
          <a:solidFill>
            <a:schemeClr val="tx2"/>
          </a:solidFill>
        </p:spPr>
        <p:txBody>
          <a:bodyPr anchor="ctr">
            <a:noAutofit/>
          </a:bodyPr>
          <a:lstStyle>
            <a:lvl1pPr marL="9525" indent="0" algn="ctr">
              <a:buNone/>
              <a:defRPr sz="1400" b="1" i="0" cap="all" spc="0" baseline="0">
                <a:solidFill>
                  <a:schemeClr val="bg1"/>
                </a:solidFill>
                <a:latin typeface="Barlow SemiBold" pitchFamily="2" charset="77"/>
              </a:defRPr>
            </a:lvl1pPr>
          </a:lstStyle>
          <a:p>
            <a:pPr lvl="0"/>
            <a:r>
              <a:rPr lang="en-GB" dirty="0"/>
              <a:t>CLICK TO EDIT</a:t>
            </a:r>
            <a:endParaRPr lang="en-US" dirty="0"/>
          </a:p>
        </p:txBody>
      </p:sp>
      <p:sp>
        <p:nvSpPr>
          <p:cNvPr id="4" name="Legal Statement">
            <a:extLst>
              <a:ext uri="{FF2B5EF4-FFF2-40B4-BE49-F238E27FC236}">
                <a16:creationId xmlns:a16="http://schemas.microsoft.com/office/drawing/2014/main" id="{52DA376E-BE10-B3A0-DBE8-9E5D6C7A2BF1}"/>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8" name="Slide Number Placeholder 3">
            <a:extLst>
              <a:ext uri="{FF2B5EF4-FFF2-40B4-BE49-F238E27FC236}">
                <a16:creationId xmlns:a16="http://schemas.microsoft.com/office/drawing/2014/main" id="{CD558F40-9DA9-CB95-74DD-933171C6343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9" name="Title 5">
            <a:extLst>
              <a:ext uri="{FF2B5EF4-FFF2-40B4-BE49-F238E27FC236}">
                <a16:creationId xmlns:a16="http://schemas.microsoft.com/office/drawing/2014/main" id="{5AF5B83E-6C3A-101F-034F-589F15E853BA}"/>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3130033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Primary Blue">
    <p:bg>
      <p:bgPr>
        <a:solidFill>
          <a:schemeClr val="tx2"/>
        </a:solid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412C34F2-A2E5-C931-892C-CE8C345AC02F}"/>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25E0C486-E304-0B39-E7CF-15E096E1F31B}"/>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85BC1DD9-AC3F-0292-BB41-73EB158CEB50}"/>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A48B6C0D-5EBB-8307-1013-31292E06E600}"/>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Title 5">
            <a:extLst>
              <a:ext uri="{FF2B5EF4-FFF2-40B4-BE49-F238E27FC236}">
                <a16:creationId xmlns:a16="http://schemas.microsoft.com/office/drawing/2014/main" id="{2D195A7E-0C05-1F56-0D38-D979AC053415}"/>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3470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 Dark Blue">
    <p:bg>
      <p:bgPr>
        <a:solidFill>
          <a:schemeClr val="accent1"/>
        </a:solid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EB10E12-5D30-25F8-D19C-B3E68E6B38A7}"/>
              </a:ext>
            </a:extLst>
          </p:cNvPr>
          <p:cNvSpPr>
            <a:spLocks noGrp="1"/>
          </p:cNvSpPr>
          <p:nvPr>
            <p:ph idx="11"/>
          </p:nvPr>
        </p:nvSpPr>
        <p:spPr>
          <a:xfrm>
            <a:off x="417600" y="1353312"/>
            <a:ext cx="11358000" cy="5094835"/>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02ACB762-6130-5103-7F8E-B72074746630}"/>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7" name="Legal Statement">
            <a:extLst>
              <a:ext uri="{FF2B5EF4-FFF2-40B4-BE49-F238E27FC236}">
                <a16:creationId xmlns:a16="http://schemas.microsoft.com/office/drawing/2014/main" id="{D55D98FE-1E49-E649-CF80-534ECD17089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9" name="Slide Number Placeholder 3">
            <a:extLst>
              <a:ext uri="{FF2B5EF4-FFF2-40B4-BE49-F238E27FC236}">
                <a16:creationId xmlns:a16="http://schemas.microsoft.com/office/drawing/2014/main" id="{52A745CB-3967-AEA6-EDEB-05D34A193713}"/>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43320B93-2F90-58F6-9BE3-C21659D0848E}"/>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1992813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wo Line Title and Content - Dark Blue">
    <p:bg>
      <p:bgPr>
        <a:solidFill>
          <a:schemeClr val="accent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1298877-00D0-02CC-EA8B-6319826E66D4}"/>
              </a:ext>
            </a:extLst>
          </p:cNvPr>
          <p:cNvSpPr>
            <a:spLocks noGrp="1"/>
          </p:cNvSpPr>
          <p:nvPr>
            <p:ph idx="11"/>
          </p:nvPr>
        </p:nvSpPr>
        <p:spPr>
          <a:xfrm>
            <a:off x="417600" y="1771752"/>
            <a:ext cx="11358000" cy="467556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E01E07D0-B84C-94C2-609C-807354D42E53}"/>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8" name="Legal Statement">
            <a:extLst>
              <a:ext uri="{FF2B5EF4-FFF2-40B4-BE49-F238E27FC236}">
                <a16:creationId xmlns:a16="http://schemas.microsoft.com/office/drawing/2014/main" id="{0F823DA7-FF9A-EFC6-F2C2-DE776C901A06}"/>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9" name="Slide Number Placeholder 3">
            <a:extLst>
              <a:ext uri="{FF2B5EF4-FFF2-40B4-BE49-F238E27FC236}">
                <a16:creationId xmlns:a16="http://schemas.microsoft.com/office/drawing/2014/main" id="{58E4D307-C8C1-6C95-AFDC-759E6C2C3865}"/>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2" name="Title 5">
            <a:extLst>
              <a:ext uri="{FF2B5EF4-FFF2-40B4-BE49-F238E27FC236}">
                <a16:creationId xmlns:a16="http://schemas.microsoft.com/office/drawing/2014/main" id="{98853D40-8423-5943-1966-67876C31EAE6}"/>
              </a:ext>
            </a:extLst>
          </p:cNvPr>
          <p:cNvSpPr>
            <a:spLocks noGrp="1"/>
          </p:cNvSpPr>
          <p:nvPr>
            <p:ph type="title" hasCustomPrompt="1"/>
          </p:nvPr>
        </p:nvSpPr>
        <p:spPr>
          <a:xfrm>
            <a:off x="417600" y="640080"/>
            <a:ext cx="10080000" cy="842400"/>
          </a:xfrm>
        </p:spPr>
        <p:txBody>
          <a:bodyPr tIns="36576" anchor="t" anchorCtr="0"/>
          <a:lstStyle>
            <a:lvl1pPr>
              <a:defRPr sz="3200" spc="0" baseline="0">
                <a:solidFill>
                  <a:schemeClr val="bg1"/>
                </a:solidFill>
              </a:defRPr>
            </a:lvl1pPr>
          </a:lstStyle>
          <a:p>
            <a:r>
              <a:rPr lang="en-GB" dirty="0"/>
              <a:t>Click to Add Title in Barlow Medium 32 pt. </a:t>
            </a:r>
            <a:br>
              <a:rPr lang="en-GB" dirty="0"/>
            </a:br>
            <a:r>
              <a:rPr lang="en-GB" dirty="0"/>
              <a:t>Max Two Lines, Title Case</a:t>
            </a:r>
            <a:endParaRPr lang="en-US" dirty="0"/>
          </a:p>
        </p:txBody>
      </p:sp>
    </p:spTree>
    <p:extLst>
      <p:ext uri="{BB962C8B-B14F-4D97-AF65-F5344CB8AC3E}">
        <p14:creationId xmlns:p14="http://schemas.microsoft.com/office/powerpoint/2010/main" val="131622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Sub Header - Dark Blue">
    <p:bg>
      <p:bgPr>
        <a:solidFill>
          <a:schemeClr val="accent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DEF11BB-C904-5C9F-F364-E905AEE95158}"/>
              </a:ext>
            </a:extLst>
          </p:cNvPr>
          <p:cNvSpPr>
            <a:spLocks noGrp="1"/>
          </p:cNvSpPr>
          <p:nvPr>
            <p:ph type="body" sz="quarter" idx="16" hasCustomPrompt="1"/>
          </p:nvPr>
        </p:nvSpPr>
        <p:spPr>
          <a:xfrm>
            <a:off x="417600" y="1364400"/>
            <a:ext cx="11344500" cy="270000"/>
          </a:xfrm>
          <a:prstGeom prst="rect">
            <a:avLst/>
          </a:prstGeom>
        </p:spPr>
        <p:txBody>
          <a:bodyPr lIns="0" tIns="0" rIns="0" bIns="0">
            <a:noAutofit/>
          </a:bodyPr>
          <a:lstStyle>
            <a:lvl1pPr marL="9525" indent="0" algn="l">
              <a:buNone/>
              <a:defRPr sz="1800" b="0" i="0" cap="none" baseline="0">
                <a:solidFill>
                  <a:schemeClr val="accent2">
                    <a:lumMod val="60000"/>
                    <a:lumOff val="40000"/>
                  </a:schemeClr>
                </a:solidFill>
                <a:latin typeface="Barlow SemiBold" pitchFamily="2" charset="77"/>
              </a:defRPr>
            </a:lvl1pPr>
          </a:lstStyle>
          <a:p>
            <a:pPr lvl="0"/>
            <a:r>
              <a:rPr lang="en-GB" dirty="0"/>
              <a:t>Click to Add </a:t>
            </a:r>
            <a:r>
              <a:rPr lang="en-GB" dirty="0" err="1"/>
              <a:t>Subheader</a:t>
            </a:r>
            <a:r>
              <a:rPr lang="en-GB" dirty="0"/>
              <a:t> in Barlow </a:t>
            </a:r>
            <a:r>
              <a:rPr lang="en-GB" dirty="0" err="1"/>
              <a:t>SemiBold</a:t>
            </a:r>
            <a:r>
              <a:rPr lang="en-GB" dirty="0"/>
              <a:t> 18 pt., Max One Line, Title Case</a:t>
            </a:r>
            <a:endParaRPr lang="en-US" dirty="0"/>
          </a:p>
        </p:txBody>
      </p:sp>
      <p:sp>
        <p:nvSpPr>
          <p:cNvPr id="8" name="Content Placeholder 2">
            <a:extLst>
              <a:ext uri="{FF2B5EF4-FFF2-40B4-BE49-F238E27FC236}">
                <a16:creationId xmlns:a16="http://schemas.microsoft.com/office/drawing/2014/main" id="{C5935695-BFE1-8BD6-08ED-49D19A252EC8}"/>
              </a:ext>
            </a:extLst>
          </p:cNvPr>
          <p:cNvSpPr>
            <a:spLocks noGrp="1"/>
          </p:cNvSpPr>
          <p:nvPr>
            <p:ph idx="11"/>
          </p:nvPr>
        </p:nvSpPr>
        <p:spPr>
          <a:xfrm>
            <a:off x="417600" y="1922400"/>
            <a:ext cx="11358000" cy="45252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pic>
        <p:nvPicPr>
          <p:cNvPr id="4" name="Picture 16">
            <a:extLst>
              <a:ext uri="{FF2B5EF4-FFF2-40B4-BE49-F238E27FC236}">
                <a16:creationId xmlns:a16="http://schemas.microsoft.com/office/drawing/2014/main" id="{BC3E0B30-4B1F-2597-A54A-ACEF55669A78}"/>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9" name="Legal Statement">
            <a:extLst>
              <a:ext uri="{FF2B5EF4-FFF2-40B4-BE49-F238E27FC236}">
                <a16:creationId xmlns:a16="http://schemas.microsoft.com/office/drawing/2014/main" id="{F2D7AFB9-BB35-6BAD-4F95-1B4AAFD9396B}"/>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10" name="Slide Number Placeholder 3">
            <a:extLst>
              <a:ext uri="{FF2B5EF4-FFF2-40B4-BE49-F238E27FC236}">
                <a16:creationId xmlns:a16="http://schemas.microsoft.com/office/drawing/2014/main" id="{B0B882CF-0122-EBC9-F9BA-92246F1A6A6F}"/>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5" name="Title 5">
            <a:extLst>
              <a:ext uri="{FF2B5EF4-FFF2-40B4-BE49-F238E27FC236}">
                <a16:creationId xmlns:a16="http://schemas.microsoft.com/office/drawing/2014/main" id="{351E19C9-C3B9-95F2-8631-F77DC38B4A81}"/>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solidFill>
                  <a:schemeClr val="bg1"/>
                </a:solidFill>
                <a:latin typeface="Barlow Medium" pitchFamily="2" charset="77"/>
              </a:defRPr>
            </a:lvl1pPr>
          </a:lstStyle>
          <a:p>
            <a:r>
              <a:rPr lang="en-GB" dirty="0"/>
              <a:t>Click to Add Title in Barlow Medium 32 pt. Title Case</a:t>
            </a:r>
            <a:endParaRPr lang="en-US" dirty="0"/>
          </a:p>
        </p:txBody>
      </p:sp>
    </p:spTree>
    <p:extLst>
      <p:ext uri="{BB962C8B-B14F-4D97-AF65-F5344CB8AC3E}">
        <p14:creationId xmlns:p14="http://schemas.microsoft.com/office/powerpoint/2010/main" val="426038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rg Chart 5x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7D0926-3432-9767-B62F-356355C72801}"/>
              </a:ext>
            </a:extLst>
          </p:cNvPr>
          <p:cNvSpPr/>
          <p:nvPr userDrawn="1"/>
        </p:nvSpPr>
        <p:spPr>
          <a:xfrm>
            <a:off x="0" y="2695074"/>
            <a:ext cx="12192000" cy="4162926"/>
          </a:xfrm>
          <a:prstGeom prst="rect">
            <a:avLst/>
          </a:prstGeom>
          <a:solidFill>
            <a:schemeClr val="bg1">
              <a:lumMod val="8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defTabSz="457200">
              <a:spcBef>
                <a:spcPts val="600"/>
              </a:spcBef>
              <a:spcAft>
                <a:spcPts val="800"/>
              </a:spcAft>
              <a:buClr>
                <a:schemeClr val="accent1"/>
              </a:buClr>
              <a:buSzPct val="70000"/>
            </a:pPr>
            <a:endParaRPr lang="en-US" dirty="0">
              <a:solidFill>
                <a:srgbClr val="000000"/>
              </a:solidFill>
              <a:latin typeface="Barlow" pitchFamily="2" charset="77"/>
              <a:cs typeface="Arial" panose="020B0604020202020204" pitchFamily="34" charset="0"/>
            </a:endParaRPr>
          </a:p>
        </p:txBody>
      </p:sp>
      <p:sp>
        <p:nvSpPr>
          <p:cNvPr id="3" name="Legal Statement">
            <a:extLst>
              <a:ext uri="{FF2B5EF4-FFF2-40B4-BE49-F238E27FC236}">
                <a16:creationId xmlns:a16="http://schemas.microsoft.com/office/drawing/2014/main" id="{1B066EA6-D718-7545-E381-864DF12587C7}"/>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FB0EC10E-15B9-88B4-1BEB-1CF6CD00DA96}"/>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4" name="Title 5">
            <a:extLst>
              <a:ext uri="{FF2B5EF4-FFF2-40B4-BE49-F238E27FC236}">
                <a16:creationId xmlns:a16="http://schemas.microsoft.com/office/drawing/2014/main" id="{28760039-3EE1-0111-00FA-AC5941EF52FC}"/>
              </a:ext>
            </a:extLst>
          </p:cNvPr>
          <p:cNvSpPr>
            <a:spLocks noGrp="1"/>
          </p:cNvSpPr>
          <p:nvPr>
            <p:ph type="title" hasCustomPrompt="1"/>
          </p:nvPr>
        </p:nvSpPr>
        <p:spPr>
          <a:xfrm>
            <a:off x="417600" y="640080"/>
            <a:ext cx="10080000" cy="450000"/>
          </a:xfrm>
        </p:spPr>
        <p:txBody>
          <a:bodyPr tIns="36576" anchor="t" anchorCtr="0"/>
          <a:lstStyle>
            <a:lvl1pPr algn="l">
              <a:defRPr sz="3200" b="0" i="0" spc="0" baseline="0">
                <a:latin typeface="Barlow Medium" pitchFamily="2" charset="77"/>
              </a:defRPr>
            </a:lvl1pPr>
          </a:lstStyle>
          <a:p>
            <a:r>
              <a:rPr lang="en-GB" dirty="0"/>
              <a:t>Click to Add Title in Barlow Medium 32 pt. Title Case</a:t>
            </a:r>
            <a:endParaRPr lang="en-US" dirty="0"/>
          </a:p>
        </p:txBody>
      </p:sp>
      <p:sp>
        <p:nvSpPr>
          <p:cNvPr id="7" name="Picture Placeholder 6">
            <a:extLst>
              <a:ext uri="{FF2B5EF4-FFF2-40B4-BE49-F238E27FC236}">
                <a16:creationId xmlns:a16="http://schemas.microsoft.com/office/drawing/2014/main" id="{C69951A4-1AD3-A43C-C0FA-206FB4E657C2}"/>
              </a:ext>
            </a:extLst>
          </p:cNvPr>
          <p:cNvSpPr>
            <a:spLocks noGrp="1" noChangeAspect="1"/>
          </p:cNvSpPr>
          <p:nvPr>
            <p:ph type="pic" sz="quarter" idx="10" hasCustomPrompt="1"/>
          </p:nvPr>
        </p:nvSpPr>
        <p:spPr>
          <a:xfrm>
            <a:off x="5638800" y="125170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9" name="Text Placeholder 8">
            <a:extLst>
              <a:ext uri="{FF2B5EF4-FFF2-40B4-BE49-F238E27FC236}">
                <a16:creationId xmlns:a16="http://schemas.microsoft.com/office/drawing/2014/main" id="{4F289852-70F1-F42E-1E63-613E2DAE04CB}"/>
              </a:ext>
            </a:extLst>
          </p:cNvPr>
          <p:cNvSpPr>
            <a:spLocks noGrp="1"/>
          </p:cNvSpPr>
          <p:nvPr>
            <p:ph type="body" sz="quarter" idx="11" hasCustomPrompt="1"/>
          </p:nvPr>
        </p:nvSpPr>
        <p:spPr>
          <a:xfrm>
            <a:off x="2667000" y="2207967"/>
            <a:ext cx="6829596" cy="183127"/>
          </a:xfrm>
        </p:spPr>
        <p:txBody>
          <a:bodyPr wrap="square">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10" name="Text Placeholder 8">
            <a:extLst>
              <a:ext uri="{FF2B5EF4-FFF2-40B4-BE49-F238E27FC236}">
                <a16:creationId xmlns:a16="http://schemas.microsoft.com/office/drawing/2014/main" id="{7A9F86B4-824B-44DC-9606-E1B953C49E1D}"/>
              </a:ext>
            </a:extLst>
          </p:cNvPr>
          <p:cNvSpPr>
            <a:spLocks noGrp="1"/>
          </p:cNvSpPr>
          <p:nvPr>
            <p:ph type="body" sz="quarter" idx="12" hasCustomPrompt="1"/>
          </p:nvPr>
        </p:nvSpPr>
        <p:spPr>
          <a:xfrm>
            <a:off x="2666998" y="2418038"/>
            <a:ext cx="6829597" cy="152606"/>
          </a:xfrm>
        </p:spPr>
        <p:txBody>
          <a:bodyPr wrap="square">
            <a:spAutoFit/>
          </a:bodyPr>
          <a:lstStyle>
            <a:lvl1pPr algn="ctr">
              <a:lnSpc>
                <a:spcPct val="100000"/>
              </a:lnSpc>
              <a:spcAft>
                <a:spcPts val="0"/>
              </a:spcAft>
              <a:defRPr sz="1000" b="0" i="0">
                <a:solidFill>
                  <a:schemeClr val="tx1"/>
                </a:solidFill>
                <a:latin typeface="+mn-lt"/>
              </a:defRPr>
            </a:lvl1pPr>
          </a:lstStyle>
          <a:p>
            <a:pPr lvl="0"/>
            <a:r>
              <a:rPr lang="en-US" dirty="0"/>
              <a:t>Enter Title Across One Line</a:t>
            </a:r>
          </a:p>
        </p:txBody>
      </p:sp>
      <p:sp>
        <p:nvSpPr>
          <p:cNvPr id="20" name="Picture Placeholder 6">
            <a:extLst>
              <a:ext uri="{FF2B5EF4-FFF2-40B4-BE49-F238E27FC236}">
                <a16:creationId xmlns:a16="http://schemas.microsoft.com/office/drawing/2014/main" id="{4D648701-E0D4-F459-51EF-4B4F2B1A3F91}"/>
              </a:ext>
            </a:extLst>
          </p:cNvPr>
          <p:cNvSpPr>
            <a:spLocks noGrp="1" noChangeAspect="1"/>
          </p:cNvSpPr>
          <p:nvPr>
            <p:ph type="pic" sz="quarter" idx="18" hasCustomPrompt="1"/>
          </p:nvPr>
        </p:nvSpPr>
        <p:spPr>
          <a:xfrm>
            <a:off x="1084264"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1" name="Text Placeholder 8">
            <a:extLst>
              <a:ext uri="{FF2B5EF4-FFF2-40B4-BE49-F238E27FC236}">
                <a16:creationId xmlns:a16="http://schemas.microsoft.com/office/drawing/2014/main" id="{32D2988E-A812-22FF-DA6D-89824D75577B}"/>
              </a:ext>
            </a:extLst>
          </p:cNvPr>
          <p:cNvSpPr>
            <a:spLocks noGrp="1"/>
          </p:cNvSpPr>
          <p:nvPr>
            <p:ph type="body" sz="quarter" idx="19" hasCustomPrompt="1"/>
          </p:nvPr>
        </p:nvSpPr>
        <p:spPr>
          <a:xfrm>
            <a:off x="407608"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2" name="Text Placeholder 8">
            <a:extLst>
              <a:ext uri="{FF2B5EF4-FFF2-40B4-BE49-F238E27FC236}">
                <a16:creationId xmlns:a16="http://schemas.microsoft.com/office/drawing/2014/main" id="{210F5B35-E695-3D97-91E9-74525E0879FB}"/>
              </a:ext>
            </a:extLst>
          </p:cNvPr>
          <p:cNvSpPr>
            <a:spLocks noGrp="1"/>
          </p:cNvSpPr>
          <p:nvPr>
            <p:ph type="body" sz="quarter" idx="20" hasCustomPrompt="1"/>
          </p:nvPr>
        </p:nvSpPr>
        <p:spPr>
          <a:xfrm>
            <a:off x="407608"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23" name="Picture Placeholder 6">
            <a:extLst>
              <a:ext uri="{FF2B5EF4-FFF2-40B4-BE49-F238E27FC236}">
                <a16:creationId xmlns:a16="http://schemas.microsoft.com/office/drawing/2014/main" id="{B5505A30-F7BF-2A80-CF4F-DC82B7757FD7}"/>
              </a:ext>
            </a:extLst>
          </p:cNvPr>
          <p:cNvSpPr>
            <a:spLocks noGrp="1" noChangeAspect="1"/>
          </p:cNvSpPr>
          <p:nvPr>
            <p:ph type="pic" sz="quarter" idx="21" hasCustomPrompt="1"/>
          </p:nvPr>
        </p:nvSpPr>
        <p:spPr>
          <a:xfrm>
            <a:off x="3356272"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4" name="Text Placeholder 8">
            <a:extLst>
              <a:ext uri="{FF2B5EF4-FFF2-40B4-BE49-F238E27FC236}">
                <a16:creationId xmlns:a16="http://schemas.microsoft.com/office/drawing/2014/main" id="{9DE388AD-8068-7B82-4845-988319834FDB}"/>
              </a:ext>
            </a:extLst>
          </p:cNvPr>
          <p:cNvSpPr>
            <a:spLocks noGrp="1"/>
          </p:cNvSpPr>
          <p:nvPr>
            <p:ph type="body" sz="quarter" idx="22" hasCustomPrompt="1"/>
          </p:nvPr>
        </p:nvSpPr>
        <p:spPr>
          <a:xfrm>
            <a:off x="2679616"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5" name="Text Placeholder 8">
            <a:extLst>
              <a:ext uri="{FF2B5EF4-FFF2-40B4-BE49-F238E27FC236}">
                <a16:creationId xmlns:a16="http://schemas.microsoft.com/office/drawing/2014/main" id="{10CE3BC8-180C-52E1-AF8E-E932446296CB}"/>
              </a:ext>
            </a:extLst>
          </p:cNvPr>
          <p:cNvSpPr>
            <a:spLocks noGrp="1"/>
          </p:cNvSpPr>
          <p:nvPr>
            <p:ph type="body" sz="quarter" idx="23" hasCustomPrompt="1"/>
          </p:nvPr>
        </p:nvSpPr>
        <p:spPr>
          <a:xfrm>
            <a:off x="2679616"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26" name="Picture Placeholder 6">
            <a:extLst>
              <a:ext uri="{FF2B5EF4-FFF2-40B4-BE49-F238E27FC236}">
                <a16:creationId xmlns:a16="http://schemas.microsoft.com/office/drawing/2014/main" id="{5A66B708-BC6D-11ED-866E-BA899BDFCD54}"/>
              </a:ext>
            </a:extLst>
          </p:cNvPr>
          <p:cNvSpPr>
            <a:spLocks noGrp="1" noChangeAspect="1"/>
          </p:cNvSpPr>
          <p:nvPr>
            <p:ph type="pic" sz="quarter" idx="24" hasCustomPrompt="1"/>
          </p:nvPr>
        </p:nvSpPr>
        <p:spPr>
          <a:xfrm>
            <a:off x="7905539"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27" name="Text Placeholder 8">
            <a:extLst>
              <a:ext uri="{FF2B5EF4-FFF2-40B4-BE49-F238E27FC236}">
                <a16:creationId xmlns:a16="http://schemas.microsoft.com/office/drawing/2014/main" id="{C070D149-5511-661D-2248-E549DF46A85E}"/>
              </a:ext>
            </a:extLst>
          </p:cNvPr>
          <p:cNvSpPr>
            <a:spLocks noGrp="1"/>
          </p:cNvSpPr>
          <p:nvPr>
            <p:ph type="body" sz="quarter" idx="25" hasCustomPrompt="1"/>
          </p:nvPr>
        </p:nvSpPr>
        <p:spPr>
          <a:xfrm>
            <a:off x="7228883" y="3812396"/>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28" name="Text Placeholder 8">
            <a:extLst>
              <a:ext uri="{FF2B5EF4-FFF2-40B4-BE49-F238E27FC236}">
                <a16:creationId xmlns:a16="http://schemas.microsoft.com/office/drawing/2014/main" id="{E1353DFC-A442-ADF3-481B-ACFF248E8617}"/>
              </a:ext>
            </a:extLst>
          </p:cNvPr>
          <p:cNvSpPr>
            <a:spLocks noGrp="1"/>
          </p:cNvSpPr>
          <p:nvPr>
            <p:ph type="body" sz="quarter" idx="26" hasCustomPrompt="1"/>
          </p:nvPr>
        </p:nvSpPr>
        <p:spPr>
          <a:xfrm>
            <a:off x="7228883" y="4022467"/>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32" name="Picture Placeholder 6">
            <a:extLst>
              <a:ext uri="{FF2B5EF4-FFF2-40B4-BE49-F238E27FC236}">
                <a16:creationId xmlns:a16="http://schemas.microsoft.com/office/drawing/2014/main" id="{86826487-F2C1-3F44-5BA4-13A46BCA2A25}"/>
              </a:ext>
            </a:extLst>
          </p:cNvPr>
          <p:cNvSpPr>
            <a:spLocks noGrp="1" noChangeAspect="1"/>
          </p:cNvSpPr>
          <p:nvPr>
            <p:ph type="pic" sz="quarter" idx="27" hasCustomPrompt="1"/>
          </p:nvPr>
        </p:nvSpPr>
        <p:spPr>
          <a:xfrm>
            <a:off x="10181844"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33" name="Text Placeholder 8">
            <a:extLst>
              <a:ext uri="{FF2B5EF4-FFF2-40B4-BE49-F238E27FC236}">
                <a16:creationId xmlns:a16="http://schemas.microsoft.com/office/drawing/2014/main" id="{F965BEF7-6D32-9FC9-AF58-1738AF114ACE}"/>
              </a:ext>
            </a:extLst>
          </p:cNvPr>
          <p:cNvSpPr>
            <a:spLocks noGrp="1"/>
          </p:cNvSpPr>
          <p:nvPr>
            <p:ph type="body" sz="quarter" idx="28" hasCustomPrompt="1"/>
          </p:nvPr>
        </p:nvSpPr>
        <p:spPr>
          <a:xfrm>
            <a:off x="9505188"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34" name="Text Placeholder 8">
            <a:extLst>
              <a:ext uri="{FF2B5EF4-FFF2-40B4-BE49-F238E27FC236}">
                <a16:creationId xmlns:a16="http://schemas.microsoft.com/office/drawing/2014/main" id="{0004F470-48DD-29AB-C8B8-E868160D0673}"/>
              </a:ext>
            </a:extLst>
          </p:cNvPr>
          <p:cNvSpPr>
            <a:spLocks noGrp="1"/>
          </p:cNvSpPr>
          <p:nvPr>
            <p:ph type="body" sz="quarter" idx="29" hasCustomPrompt="1"/>
          </p:nvPr>
        </p:nvSpPr>
        <p:spPr>
          <a:xfrm>
            <a:off x="9505188" y="4020560"/>
            <a:ext cx="2267712" cy="153888"/>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35" name="Picture Placeholder 6">
            <a:extLst>
              <a:ext uri="{FF2B5EF4-FFF2-40B4-BE49-F238E27FC236}">
                <a16:creationId xmlns:a16="http://schemas.microsoft.com/office/drawing/2014/main" id="{C3204260-FF56-EA5A-C294-0D1D22FE0BE8}"/>
              </a:ext>
            </a:extLst>
          </p:cNvPr>
          <p:cNvSpPr>
            <a:spLocks noGrp="1" noChangeAspect="1"/>
          </p:cNvSpPr>
          <p:nvPr>
            <p:ph type="pic" sz="quarter" idx="30" hasCustomPrompt="1"/>
          </p:nvPr>
        </p:nvSpPr>
        <p:spPr>
          <a:xfrm>
            <a:off x="5632577" y="2854230"/>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36" name="Text Placeholder 8">
            <a:extLst>
              <a:ext uri="{FF2B5EF4-FFF2-40B4-BE49-F238E27FC236}">
                <a16:creationId xmlns:a16="http://schemas.microsoft.com/office/drawing/2014/main" id="{D6D5EEAF-B0CF-D1C5-1B9C-5419FFA36C4B}"/>
              </a:ext>
            </a:extLst>
          </p:cNvPr>
          <p:cNvSpPr>
            <a:spLocks noGrp="1"/>
          </p:cNvSpPr>
          <p:nvPr>
            <p:ph type="body" sz="quarter" idx="31" hasCustomPrompt="1"/>
          </p:nvPr>
        </p:nvSpPr>
        <p:spPr>
          <a:xfrm>
            <a:off x="4955921" y="3810489"/>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37" name="Text Placeholder 8">
            <a:extLst>
              <a:ext uri="{FF2B5EF4-FFF2-40B4-BE49-F238E27FC236}">
                <a16:creationId xmlns:a16="http://schemas.microsoft.com/office/drawing/2014/main" id="{E7C1D65D-CDD0-1C2C-8A8C-72BFA3D224C5}"/>
              </a:ext>
            </a:extLst>
          </p:cNvPr>
          <p:cNvSpPr>
            <a:spLocks noGrp="1"/>
          </p:cNvSpPr>
          <p:nvPr>
            <p:ph type="body" sz="quarter" idx="32" hasCustomPrompt="1"/>
          </p:nvPr>
        </p:nvSpPr>
        <p:spPr>
          <a:xfrm>
            <a:off x="4955921" y="4020560"/>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55" name="Picture Placeholder 6">
            <a:extLst>
              <a:ext uri="{FF2B5EF4-FFF2-40B4-BE49-F238E27FC236}">
                <a16:creationId xmlns:a16="http://schemas.microsoft.com/office/drawing/2014/main" id="{CC6CA299-A523-2251-23EF-771F55BE128B}"/>
              </a:ext>
            </a:extLst>
          </p:cNvPr>
          <p:cNvSpPr>
            <a:spLocks noGrp="1" noChangeAspect="1"/>
          </p:cNvSpPr>
          <p:nvPr>
            <p:ph type="pic" sz="quarter" idx="36" hasCustomPrompt="1"/>
          </p:nvPr>
        </p:nvSpPr>
        <p:spPr>
          <a:xfrm>
            <a:off x="1084264"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56" name="Text Placeholder 8">
            <a:extLst>
              <a:ext uri="{FF2B5EF4-FFF2-40B4-BE49-F238E27FC236}">
                <a16:creationId xmlns:a16="http://schemas.microsoft.com/office/drawing/2014/main" id="{5DFA18AA-F368-3565-0ACB-0D9625D2E400}"/>
              </a:ext>
            </a:extLst>
          </p:cNvPr>
          <p:cNvSpPr>
            <a:spLocks noGrp="1"/>
          </p:cNvSpPr>
          <p:nvPr>
            <p:ph type="body" sz="quarter" idx="37" hasCustomPrompt="1"/>
          </p:nvPr>
        </p:nvSpPr>
        <p:spPr>
          <a:xfrm>
            <a:off x="407608"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57" name="Text Placeholder 8">
            <a:extLst>
              <a:ext uri="{FF2B5EF4-FFF2-40B4-BE49-F238E27FC236}">
                <a16:creationId xmlns:a16="http://schemas.microsoft.com/office/drawing/2014/main" id="{00169ABB-4341-687D-4DEC-A6A58BFA9FA0}"/>
              </a:ext>
            </a:extLst>
          </p:cNvPr>
          <p:cNvSpPr>
            <a:spLocks noGrp="1"/>
          </p:cNvSpPr>
          <p:nvPr>
            <p:ph type="body" sz="quarter" idx="38" hasCustomPrompt="1"/>
          </p:nvPr>
        </p:nvSpPr>
        <p:spPr>
          <a:xfrm>
            <a:off x="407608"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58" name="Picture Placeholder 6">
            <a:extLst>
              <a:ext uri="{FF2B5EF4-FFF2-40B4-BE49-F238E27FC236}">
                <a16:creationId xmlns:a16="http://schemas.microsoft.com/office/drawing/2014/main" id="{44F8E345-E274-A4FB-2B88-EDACE4AE4C33}"/>
              </a:ext>
            </a:extLst>
          </p:cNvPr>
          <p:cNvSpPr>
            <a:spLocks noGrp="1" noChangeAspect="1"/>
          </p:cNvSpPr>
          <p:nvPr>
            <p:ph type="pic" sz="quarter" idx="39" hasCustomPrompt="1"/>
          </p:nvPr>
        </p:nvSpPr>
        <p:spPr>
          <a:xfrm>
            <a:off x="3356272"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59" name="Text Placeholder 8">
            <a:extLst>
              <a:ext uri="{FF2B5EF4-FFF2-40B4-BE49-F238E27FC236}">
                <a16:creationId xmlns:a16="http://schemas.microsoft.com/office/drawing/2014/main" id="{64F95D23-0C57-7BBB-D5B0-320615BA8FDF}"/>
              </a:ext>
            </a:extLst>
          </p:cNvPr>
          <p:cNvSpPr>
            <a:spLocks noGrp="1"/>
          </p:cNvSpPr>
          <p:nvPr>
            <p:ph type="body" sz="quarter" idx="40" hasCustomPrompt="1"/>
          </p:nvPr>
        </p:nvSpPr>
        <p:spPr>
          <a:xfrm>
            <a:off x="2679616"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0" name="Text Placeholder 8">
            <a:extLst>
              <a:ext uri="{FF2B5EF4-FFF2-40B4-BE49-F238E27FC236}">
                <a16:creationId xmlns:a16="http://schemas.microsoft.com/office/drawing/2014/main" id="{DCBC274C-0F2C-5F9C-9F0C-7A7332395B8E}"/>
              </a:ext>
            </a:extLst>
          </p:cNvPr>
          <p:cNvSpPr>
            <a:spLocks noGrp="1"/>
          </p:cNvSpPr>
          <p:nvPr>
            <p:ph type="body" sz="quarter" idx="41" hasCustomPrompt="1"/>
          </p:nvPr>
        </p:nvSpPr>
        <p:spPr>
          <a:xfrm>
            <a:off x="2679616"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1" name="Picture Placeholder 6">
            <a:extLst>
              <a:ext uri="{FF2B5EF4-FFF2-40B4-BE49-F238E27FC236}">
                <a16:creationId xmlns:a16="http://schemas.microsoft.com/office/drawing/2014/main" id="{54CE9587-6C54-D011-6607-2A2E2ACEA84C}"/>
              </a:ext>
            </a:extLst>
          </p:cNvPr>
          <p:cNvSpPr>
            <a:spLocks noGrp="1" noChangeAspect="1"/>
          </p:cNvSpPr>
          <p:nvPr>
            <p:ph type="pic" sz="quarter" idx="42" hasCustomPrompt="1"/>
          </p:nvPr>
        </p:nvSpPr>
        <p:spPr>
          <a:xfrm>
            <a:off x="7905539"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2" name="Text Placeholder 8">
            <a:extLst>
              <a:ext uri="{FF2B5EF4-FFF2-40B4-BE49-F238E27FC236}">
                <a16:creationId xmlns:a16="http://schemas.microsoft.com/office/drawing/2014/main" id="{C493F11E-B5FE-CBA1-7BAD-1A32E7FD567D}"/>
              </a:ext>
            </a:extLst>
          </p:cNvPr>
          <p:cNvSpPr>
            <a:spLocks noGrp="1"/>
          </p:cNvSpPr>
          <p:nvPr>
            <p:ph type="body" sz="quarter" idx="43" hasCustomPrompt="1"/>
          </p:nvPr>
        </p:nvSpPr>
        <p:spPr>
          <a:xfrm>
            <a:off x="7228883"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3" name="Text Placeholder 8">
            <a:extLst>
              <a:ext uri="{FF2B5EF4-FFF2-40B4-BE49-F238E27FC236}">
                <a16:creationId xmlns:a16="http://schemas.microsoft.com/office/drawing/2014/main" id="{A31A7415-C8AE-8014-1304-CEA99500563A}"/>
              </a:ext>
            </a:extLst>
          </p:cNvPr>
          <p:cNvSpPr>
            <a:spLocks noGrp="1"/>
          </p:cNvSpPr>
          <p:nvPr>
            <p:ph type="body" sz="quarter" idx="44" hasCustomPrompt="1"/>
          </p:nvPr>
        </p:nvSpPr>
        <p:spPr>
          <a:xfrm>
            <a:off x="7228883"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4" name="Picture Placeholder 6">
            <a:extLst>
              <a:ext uri="{FF2B5EF4-FFF2-40B4-BE49-F238E27FC236}">
                <a16:creationId xmlns:a16="http://schemas.microsoft.com/office/drawing/2014/main" id="{45BC5C9C-55D1-0F5E-8670-CBF4AB9FB9A6}"/>
              </a:ext>
            </a:extLst>
          </p:cNvPr>
          <p:cNvSpPr>
            <a:spLocks noGrp="1" noChangeAspect="1"/>
          </p:cNvSpPr>
          <p:nvPr>
            <p:ph type="pic" sz="quarter" idx="45" hasCustomPrompt="1"/>
          </p:nvPr>
        </p:nvSpPr>
        <p:spPr>
          <a:xfrm>
            <a:off x="10181844"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5" name="Text Placeholder 8">
            <a:extLst>
              <a:ext uri="{FF2B5EF4-FFF2-40B4-BE49-F238E27FC236}">
                <a16:creationId xmlns:a16="http://schemas.microsoft.com/office/drawing/2014/main" id="{BA302EF8-54CE-ECD1-533B-D6DF9FFC0CDE}"/>
              </a:ext>
            </a:extLst>
          </p:cNvPr>
          <p:cNvSpPr>
            <a:spLocks noGrp="1"/>
          </p:cNvSpPr>
          <p:nvPr>
            <p:ph type="body" sz="quarter" idx="46" hasCustomPrompt="1"/>
          </p:nvPr>
        </p:nvSpPr>
        <p:spPr>
          <a:xfrm>
            <a:off x="9505188"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6" name="Text Placeholder 8">
            <a:extLst>
              <a:ext uri="{FF2B5EF4-FFF2-40B4-BE49-F238E27FC236}">
                <a16:creationId xmlns:a16="http://schemas.microsoft.com/office/drawing/2014/main" id="{920988B0-5809-C2B5-EDED-86CDFE309864}"/>
              </a:ext>
            </a:extLst>
          </p:cNvPr>
          <p:cNvSpPr>
            <a:spLocks noGrp="1"/>
          </p:cNvSpPr>
          <p:nvPr>
            <p:ph type="body" sz="quarter" idx="47" hasCustomPrompt="1"/>
          </p:nvPr>
        </p:nvSpPr>
        <p:spPr>
          <a:xfrm>
            <a:off x="9505188" y="5804968"/>
            <a:ext cx="2267712" cy="153888"/>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67" name="Picture Placeholder 6">
            <a:extLst>
              <a:ext uri="{FF2B5EF4-FFF2-40B4-BE49-F238E27FC236}">
                <a16:creationId xmlns:a16="http://schemas.microsoft.com/office/drawing/2014/main" id="{261BF2E2-641A-7C31-E2C0-6D6BFD64C7BB}"/>
              </a:ext>
            </a:extLst>
          </p:cNvPr>
          <p:cNvSpPr>
            <a:spLocks noGrp="1" noChangeAspect="1"/>
          </p:cNvSpPr>
          <p:nvPr>
            <p:ph type="pic" sz="quarter" idx="48" hasCustomPrompt="1"/>
          </p:nvPr>
        </p:nvSpPr>
        <p:spPr>
          <a:xfrm>
            <a:off x="5632577" y="4638638"/>
            <a:ext cx="914400" cy="914400"/>
          </a:xfrm>
          <a:prstGeom prst="ellipse">
            <a:avLst/>
          </a:prstGeom>
          <a:solidFill>
            <a:schemeClr val="bg1"/>
          </a:solidFill>
        </p:spPr>
        <p:txBody>
          <a:bodyPr anchor="ctr">
            <a:normAutofit/>
          </a:bodyPr>
          <a:lstStyle>
            <a:lvl1pPr algn="ctr">
              <a:defRPr sz="800"/>
            </a:lvl1pPr>
          </a:lstStyle>
          <a:p>
            <a:r>
              <a:rPr lang="en-US" dirty="0"/>
              <a:t>Click and Choose Profile Picture</a:t>
            </a:r>
          </a:p>
        </p:txBody>
      </p:sp>
      <p:sp>
        <p:nvSpPr>
          <p:cNvPr id="68" name="Text Placeholder 8">
            <a:extLst>
              <a:ext uri="{FF2B5EF4-FFF2-40B4-BE49-F238E27FC236}">
                <a16:creationId xmlns:a16="http://schemas.microsoft.com/office/drawing/2014/main" id="{4DAFA5E3-A4EC-D1CC-ACB3-95E586998D20}"/>
              </a:ext>
            </a:extLst>
          </p:cNvPr>
          <p:cNvSpPr>
            <a:spLocks noGrp="1"/>
          </p:cNvSpPr>
          <p:nvPr>
            <p:ph type="body" sz="quarter" idx="49" hasCustomPrompt="1"/>
          </p:nvPr>
        </p:nvSpPr>
        <p:spPr>
          <a:xfrm>
            <a:off x="4955921" y="5594897"/>
            <a:ext cx="2267712" cy="183127"/>
          </a:xfrm>
        </p:spPr>
        <p:txBody>
          <a:bodyPr wrap="square" lIns="91440" rIns="91440">
            <a:spAutoFit/>
          </a:bodyPr>
          <a:lstStyle>
            <a:lvl1pPr algn="ctr">
              <a:lnSpc>
                <a:spcPct val="100000"/>
              </a:lnSpc>
              <a:spcAft>
                <a:spcPts val="0"/>
              </a:spcAft>
              <a:defRPr sz="1200" b="0" i="0">
                <a:solidFill>
                  <a:schemeClr val="tx2">
                    <a:lumMod val="75000"/>
                  </a:schemeClr>
                </a:solidFill>
                <a:latin typeface="Barlow Medium" pitchFamily="2" charset="77"/>
              </a:defRPr>
            </a:lvl1pPr>
          </a:lstStyle>
          <a:p>
            <a:pPr lvl="0"/>
            <a:r>
              <a:rPr lang="en-US" dirty="0"/>
              <a:t>Enter Full Name</a:t>
            </a:r>
          </a:p>
        </p:txBody>
      </p:sp>
      <p:sp>
        <p:nvSpPr>
          <p:cNvPr id="69" name="Text Placeholder 8">
            <a:extLst>
              <a:ext uri="{FF2B5EF4-FFF2-40B4-BE49-F238E27FC236}">
                <a16:creationId xmlns:a16="http://schemas.microsoft.com/office/drawing/2014/main" id="{0633DB6F-8049-E1EE-96AE-723ED3029A8D}"/>
              </a:ext>
            </a:extLst>
          </p:cNvPr>
          <p:cNvSpPr>
            <a:spLocks noGrp="1"/>
          </p:cNvSpPr>
          <p:nvPr>
            <p:ph type="body" sz="quarter" idx="50" hasCustomPrompt="1"/>
          </p:nvPr>
        </p:nvSpPr>
        <p:spPr>
          <a:xfrm>
            <a:off x="4955921" y="5804968"/>
            <a:ext cx="2267712" cy="152606"/>
          </a:xfrm>
        </p:spPr>
        <p:txBody>
          <a:bodyPr wrap="square" lIns="91440" rIns="91440">
            <a:spAutoFit/>
          </a:bodyPr>
          <a:lstStyle>
            <a:lvl1pPr algn="ctr">
              <a:lnSpc>
                <a:spcPct val="100000"/>
              </a:lnSpc>
              <a:spcAft>
                <a:spcPts val="0"/>
              </a:spcAft>
              <a:defRPr lang="en-US" sz="1000" b="0" i="0" kern="1200" baseline="0" dirty="0">
                <a:solidFill>
                  <a:schemeClr val="tx1"/>
                </a:solidFill>
                <a:latin typeface="+mn-lt"/>
                <a:ea typeface="+mn-ea"/>
                <a:cs typeface="Arial" panose="020B0604020202020204" pitchFamily="34" charset="0"/>
              </a:defRPr>
            </a:lvl1pPr>
          </a:lstStyle>
          <a:p>
            <a:pPr lvl="0"/>
            <a:r>
              <a:rPr lang="en-US" dirty="0"/>
              <a:t>Enter Title (1-3 Lines)</a:t>
            </a:r>
          </a:p>
        </p:txBody>
      </p:sp>
      <p:sp>
        <p:nvSpPr>
          <p:cNvPr id="75" name="TextBox 74">
            <a:extLst>
              <a:ext uri="{FF2B5EF4-FFF2-40B4-BE49-F238E27FC236}">
                <a16:creationId xmlns:a16="http://schemas.microsoft.com/office/drawing/2014/main" id="{3B3DDFAF-CEA6-D995-9D97-9CDECF6FEAC3}"/>
              </a:ext>
            </a:extLst>
          </p:cNvPr>
          <p:cNvSpPr txBox="1"/>
          <p:nvPr userDrawn="1"/>
        </p:nvSpPr>
        <p:spPr>
          <a:xfrm>
            <a:off x="4240443" y="1277368"/>
            <a:ext cx="0" cy="0"/>
          </a:xfrm>
          <a:prstGeom prst="rect">
            <a:avLst/>
          </a:prstGeom>
        </p:spPr>
        <p:txBody>
          <a:bodyPr vert="horz" wrap="none" lIns="0" tIns="0" rIns="0" bIns="0" rtlCol="0" anchor="t" anchorCtr="0">
            <a:normAutofit fontScale="25000" lnSpcReduction="20000"/>
          </a:bodyPr>
          <a:lstStyle/>
          <a:p>
            <a:pPr algn="l"/>
            <a:endParaRPr lang="en-US" dirty="0"/>
          </a:p>
        </p:txBody>
      </p:sp>
    </p:spTree>
    <p:extLst>
      <p:ext uri="{BB962C8B-B14F-4D97-AF65-F5344CB8AC3E}">
        <p14:creationId xmlns:p14="http://schemas.microsoft.com/office/powerpoint/2010/main" val="176406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Two Column">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
        <p:nvSpPr>
          <p:cNvPr id="7" name="Content Placeholder 2">
            <a:extLst>
              <a:ext uri="{FF2B5EF4-FFF2-40B4-BE49-F238E27FC236}">
                <a16:creationId xmlns:a16="http://schemas.microsoft.com/office/drawing/2014/main" id="{9C1050B6-525B-3A7B-AC73-4A4A2AD3668A}"/>
              </a:ext>
            </a:extLst>
          </p:cNvPr>
          <p:cNvSpPr>
            <a:spLocks noGrp="1"/>
          </p:cNvSpPr>
          <p:nvPr>
            <p:ph idx="23"/>
          </p:nvPr>
        </p:nvSpPr>
        <p:spPr>
          <a:xfrm>
            <a:off x="6289675" y="990000"/>
            <a:ext cx="5498289" cy="5456711"/>
          </a:xfrm>
          <a:prstGeom prst="rect">
            <a:avLst/>
          </a:prstGeom>
        </p:spPr>
        <p:txBody>
          <a:bodyPr>
            <a:noAutofit/>
          </a:bodyPr>
          <a:lstStyle>
            <a:lvl1pPr marL="0" indent="0">
              <a:spcAft>
                <a:spcPts val="600"/>
              </a:spcAft>
              <a:buFontTx/>
              <a:buNone/>
              <a:defRPr>
                <a:solidFill>
                  <a:schemeClr val="tx1"/>
                </a:solidFill>
              </a:defRPr>
            </a:lvl1pPr>
            <a:lvl2pPr marL="457200" indent="-228600">
              <a:spcAft>
                <a:spcPts val="600"/>
              </a:spcAft>
              <a:tabLst/>
              <a:defRPr>
                <a:solidFill>
                  <a:schemeClr val="tx1"/>
                </a:solidFill>
              </a:defRPr>
            </a:lvl2pPr>
            <a:lvl3pPr marL="866775" indent="-222250">
              <a:spcAft>
                <a:spcPts val="600"/>
              </a:spcAft>
              <a:tabLst/>
              <a:defRPr>
                <a:solidFill>
                  <a:schemeClr val="tx1"/>
                </a:solidFill>
              </a:defRPr>
            </a:lvl3pPr>
            <a:lvl4pPr>
              <a:spcAft>
                <a:spcPts val="600"/>
              </a:spcAft>
              <a:defRPr>
                <a:solidFill>
                  <a:schemeClr val="tx1"/>
                </a:solidFill>
              </a:defRPr>
            </a:lvl4pPr>
            <a:lvl5pPr marL="1371600" indent="-228600">
              <a:buSzPct val="90000"/>
              <a:buFont typeface="Arial" panose="020B0604020202020204" pitchFamily="34" charset="0"/>
              <a:buChar char="•"/>
              <a:defRPr sz="1200"/>
            </a:lvl5pPr>
            <a:lvl6pPr marL="1371600" indent="-228600">
              <a:buSzPct val="90000"/>
              <a:buFont typeface="Arial" panose="020B0604020202020204" pitchFamily="34" charset="0"/>
              <a:buChar char="•"/>
              <a:defRPr sz="1200"/>
            </a:lvl6pPr>
            <a:lvl7pPr marL="1371600" indent="-228600">
              <a:buSzPct val="90000"/>
              <a:buFont typeface="Arial" panose="020B0604020202020204" pitchFamily="34" charset="0"/>
              <a:buChar char="•"/>
              <a:defRPr sz="1200"/>
            </a:lvl7pPr>
            <a:lvl8pPr marL="1371600" indent="-228600">
              <a:buSzPct val="90000"/>
              <a:buFont typeface="Arial" panose="020B0604020202020204" pitchFamily="34" charset="0"/>
              <a:buChar char="•"/>
              <a:defRPr sz="1200"/>
            </a:lvl8pPr>
            <a:lvl9pPr marL="1371600" indent="-230400">
              <a:spcAft>
                <a:spcPts val="600"/>
              </a:spcAft>
              <a:buSzPct val="90000"/>
              <a:buFont typeface="Arial" panose="020B0604020202020204" pitchFamily="34" charset="0"/>
              <a:buChar char="•"/>
              <a:defRPr sz="12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2449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ig Statement Two Column - Blue">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E1A14D5-995E-5049-13B6-FC45A2D4487E}"/>
              </a:ext>
            </a:extLst>
          </p:cNvPr>
          <p:cNvSpPr/>
          <p:nvPr userDrawn="1"/>
        </p:nvSpPr>
        <p:spPr>
          <a:xfrm>
            <a:off x="0" y="172"/>
            <a:ext cx="5902325" cy="6857828"/>
          </a:xfrm>
          <a:prstGeom prst="rect">
            <a:avLst/>
          </a:prstGeom>
          <a:solidFill>
            <a:schemeClr val="tx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itle 5">
            <a:extLst>
              <a:ext uri="{FF2B5EF4-FFF2-40B4-BE49-F238E27FC236}">
                <a16:creationId xmlns:a16="http://schemas.microsoft.com/office/drawing/2014/main" id="{B2220010-7E9D-4CC5-9800-C952B9D6E58D}"/>
              </a:ext>
            </a:extLst>
          </p:cNvPr>
          <p:cNvSpPr>
            <a:spLocks noGrp="1"/>
          </p:cNvSpPr>
          <p:nvPr>
            <p:ph type="body" sz="quarter" idx="27" hasCustomPrompt="1"/>
          </p:nvPr>
        </p:nvSpPr>
        <p:spPr>
          <a:xfrm>
            <a:off x="417600" y="990000"/>
            <a:ext cx="5144303" cy="5468400"/>
          </a:xfrm>
          <a:prstGeom prst="rect">
            <a:avLst/>
          </a:prstGeom>
        </p:spPr>
        <p:txBody>
          <a:bodyPr lIns="0" tIns="0" rIns="0" bIns="0"/>
          <a:lstStyle>
            <a:lvl1pPr marL="0" indent="0">
              <a:lnSpc>
                <a:spcPct val="90000"/>
              </a:lnSpc>
              <a:buFontTx/>
              <a:buNone/>
              <a:tabLst>
                <a:tab pos="3508375" algn="l"/>
              </a:tabLst>
              <a:defRPr sz="5000" b="1" i="0" baseline="0">
                <a:solidFill>
                  <a:schemeClr val="bg1"/>
                </a:solidFill>
                <a:latin typeface="Barlow SemiBold" pitchFamily="2" charset="77"/>
              </a:defRPr>
            </a:lvl1pPr>
          </a:lstStyle>
          <a:p>
            <a:pPr lvl="0"/>
            <a:r>
              <a:rPr lang="en-GB" dirty="0"/>
              <a:t>Big Statement/Quote</a:t>
            </a:r>
            <a:br>
              <a:rPr lang="en-GB" dirty="0"/>
            </a:br>
            <a:r>
              <a:rPr lang="en-GB" dirty="0"/>
              <a:t>Two Columns, Barlow SemiBold,</a:t>
            </a:r>
            <a:br>
              <a:rPr lang="en-GB" dirty="0"/>
            </a:br>
            <a:r>
              <a:rPr lang="en-GB" dirty="0"/>
              <a:t>50 pt., Click to Edit</a:t>
            </a:r>
            <a:endParaRPr lang="en-US" dirty="0"/>
          </a:p>
        </p:txBody>
      </p:sp>
      <p:sp>
        <p:nvSpPr>
          <p:cNvPr id="8" name="Content Placeholder 2">
            <a:extLst>
              <a:ext uri="{FF2B5EF4-FFF2-40B4-BE49-F238E27FC236}">
                <a16:creationId xmlns:a16="http://schemas.microsoft.com/office/drawing/2014/main" id="{4EAC019C-E00B-1BBC-26AB-EE9B29FD795D}"/>
              </a:ext>
            </a:extLst>
          </p:cNvPr>
          <p:cNvSpPr>
            <a:spLocks noGrp="1"/>
          </p:cNvSpPr>
          <p:nvPr>
            <p:ph idx="11"/>
          </p:nvPr>
        </p:nvSpPr>
        <p:spPr>
          <a:xfrm>
            <a:off x="6277310" y="990001"/>
            <a:ext cx="5498289" cy="5468400"/>
          </a:xfrm>
          <a:prstGeom prst="rect">
            <a:avLst/>
          </a:prstGeom>
        </p:spPr>
        <p:txBody>
          <a:bodyPr>
            <a:noAutofit/>
          </a:bodyPr>
          <a:lstStyle>
            <a:lvl1pPr marL="0" indent="0">
              <a:spcAft>
                <a:spcPts val="600"/>
              </a:spcAft>
              <a:buClr>
                <a:schemeClr val="bg1"/>
              </a:buClr>
              <a:buFontTx/>
              <a:buNone/>
              <a:defRPr>
                <a:solidFill>
                  <a:schemeClr val="bg1"/>
                </a:solidFill>
              </a:defRPr>
            </a:lvl1pPr>
            <a:lvl2pPr marL="457200" indent="-228600">
              <a:spcAft>
                <a:spcPts val="600"/>
              </a:spcAft>
              <a:buClr>
                <a:schemeClr val="bg1"/>
              </a:buClr>
              <a:tabLst/>
              <a:defRPr>
                <a:solidFill>
                  <a:schemeClr val="bg1"/>
                </a:solidFill>
              </a:defRPr>
            </a:lvl2pPr>
            <a:lvl3pPr marL="866775" indent="-222250">
              <a:spcAft>
                <a:spcPts val="600"/>
              </a:spcAft>
              <a:buClr>
                <a:schemeClr val="bg1"/>
              </a:buClr>
              <a:tabLst/>
              <a:defRPr>
                <a:solidFill>
                  <a:schemeClr val="bg1"/>
                </a:solidFill>
              </a:defRPr>
            </a:lvl3pPr>
            <a:lvl4pPr>
              <a:spcAft>
                <a:spcPts val="600"/>
              </a:spcAft>
              <a:buClr>
                <a:schemeClr val="bg1"/>
              </a:buClr>
              <a:defRPr>
                <a:solidFill>
                  <a:schemeClr val="bg1"/>
                </a:solidFill>
              </a:defRPr>
            </a:lvl4pPr>
            <a:lvl5pPr marL="1371600" indent="-230400">
              <a:buClr>
                <a:schemeClr val="bg1"/>
              </a:buClr>
              <a:buSzPct val="90000"/>
              <a:buFont typeface="Arial" panose="020B0604020202020204" pitchFamily="34" charset="0"/>
              <a:buChar char="•"/>
              <a:defRPr sz="1200">
                <a:solidFill>
                  <a:schemeClr val="bg1"/>
                </a:solidFill>
              </a:defRPr>
            </a:lvl5pPr>
            <a:lvl6pPr marL="1371600" indent="-228600">
              <a:buClr>
                <a:schemeClr val="bg1"/>
              </a:buClr>
              <a:buSzPct val="90000"/>
              <a:buFont typeface="Arial" panose="020B0604020202020204" pitchFamily="34" charset="0"/>
              <a:buChar char="•"/>
              <a:defRPr sz="1200">
                <a:solidFill>
                  <a:schemeClr val="bg1"/>
                </a:solidFill>
              </a:defRPr>
            </a:lvl6pPr>
            <a:lvl7pPr marL="1371600" indent="-228600">
              <a:buClr>
                <a:schemeClr val="bg1"/>
              </a:buClr>
              <a:buSzPct val="90000"/>
              <a:buFont typeface="Arial" panose="020B0604020202020204" pitchFamily="34" charset="0"/>
              <a:buChar char="•"/>
              <a:defRPr sz="1200">
                <a:solidFill>
                  <a:schemeClr val="bg1"/>
                </a:solidFill>
              </a:defRPr>
            </a:lvl7pPr>
            <a:lvl8pPr marL="1371600" indent="-230400">
              <a:buClr>
                <a:schemeClr val="bg1"/>
              </a:buClr>
              <a:buSzPct val="90000"/>
              <a:buFont typeface="Arial" panose="020B0604020202020204" pitchFamily="34" charset="0"/>
              <a:buChar char="•"/>
              <a:defRPr sz="1200">
                <a:solidFill>
                  <a:schemeClr val="bg1"/>
                </a:solidFill>
              </a:defRPr>
            </a:lvl8pPr>
            <a:lvl9pPr marL="1371600" indent="-230400">
              <a:spcAft>
                <a:spcPts val="600"/>
              </a:spcAft>
              <a:buClr>
                <a:schemeClr val="bg1"/>
              </a:buClr>
              <a:buSzPct val="90000"/>
              <a:buFont typeface="Arial" panose="020B0604020202020204" pitchFamily="34" charset="0"/>
              <a:buChar char="•"/>
              <a:defRPr sz="1200">
                <a:solidFill>
                  <a:schemeClr val="bg1"/>
                </a:solidFill>
              </a:defRPr>
            </a:lvl9pPr>
          </a:lstStyle>
          <a:p>
            <a:pPr lvl="0"/>
            <a:r>
              <a:rPr lang="en-US"/>
              <a:t>Click to edit Master text styles</a:t>
            </a:r>
          </a:p>
          <a:p>
            <a:pPr lvl="1"/>
            <a:r>
              <a:rPr lang="en-US"/>
              <a:t>Second level</a:t>
            </a:r>
          </a:p>
          <a:p>
            <a:pPr lvl="2"/>
            <a:r>
              <a:rPr lang="en-US"/>
              <a:t>Third level</a:t>
            </a:r>
          </a:p>
        </p:txBody>
      </p:sp>
      <p:pic>
        <p:nvPicPr>
          <p:cNvPr id="3" name="Picture 16">
            <a:extLst>
              <a:ext uri="{FF2B5EF4-FFF2-40B4-BE49-F238E27FC236}">
                <a16:creationId xmlns:a16="http://schemas.microsoft.com/office/drawing/2014/main" id="{A3767269-D440-03F9-BB78-6AB3B10BD98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4" name="Legal Statement">
            <a:extLst>
              <a:ext uri="{FF2B5EF4-FFF2-40B4-BE49-F238E27FC236}">
                <a16:creationId xmlns:a16="http://schemas.microsoft.com/office/drawing/2014/main" id="{59339391-6349-B106-157A-8926C560313C}"/>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6" name="Slide Number Placeholder 3">
            <a:extLst>
              <a:ext uri="{FF2B5EF4-FFF2-40B4-BE49-F238E27FC236}">
                <a16:creationId xmlns:a16="http://schemas.microsoft.com/office/drawing/2014/main" id="{5A8BB947-F929-CC27-FA51-5F849163159B}"/>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123723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 Primary Blue">
    <p:bg>
      <p:bgPr>
        <a:solidFill>
          <a:schemeClr val="tx2"/>
        </a:solidFill>
        <a:effectLst/>
      </p:bgPr>
    </p:bg>
    <p:spTree>
      <p:nvGrpSpPr>
        <p:cNvPr id="1" name=""/>
        <p:cNvGrpSpPr/>
        <p:nvPr/>
      </p:nvGrpSpPr>
      <p:grpSpPr>
        <a:xfrm>
          <a:off x="0" y="0"/>
          <a:ext cx="0" cy="0"/>
          <a:chOff x="0" y="0"/>
          <a:chExt cx="0" cy="0"/>
        </a:xfrm>
      </p:grpSpPr>
      <p:pic>
        <p:nvPicPr>
          <p:cNvPr id="2" name="Picture 16">
            <a:extLst>
              <a:ext uri="{FF2B5EF4-FFF2-40B4-BE49-F238E27FC236}">
                <a16:creationId xmlns:a16="http://schemas.microsoft.com/office/drawing/2014/main" id="{F60630CF-4BC1-4126-BAD0-74F5C380BC67}"/>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b="29735"/>
          <a:stretch/>
        </p:blipFill>
        <p:spPr>
          <a:xfrm>
            <a:off x="10915650" y="392640"/>
            <a:ext cx="910800" cy="258235"/>
          </a:xfrm>
          <a:prstGeom prst="rect">
            <a:avLst/>
          </a:prstGeom>
        </p:spPr>
      </p:pic>
      <p:sp>
        <p:nvSpPr>
          <p:cNvPr id="3" name="Title 5">
            <a:extLst>
              <a:ext uri="{FF2B5EF4-FFF2-40B4-BE49-F238E27FC236}">
                <a16:creationId xmlns:a16="http://schemas.microsoft.com/office/drawing/2014/main" id="{405AAAEB-2168-EDFA-AE8A-1EB7C4DA252D}"/>
              </a:ext>
            </a:extLst>
          </p:cNvPr>
          <p:cNvSpPr>
            <a:spLocks noGrp="1"/>
          </p:cNvSpPr>
          <p:nvPr>
            <p:ph type="body" sz="quarter" idx="28" hasCustomPrompt="1"/>
          </p:nvPr>
        </p:nvSpPr>
        <p:spPr>
          <a:xfrm>
            <a:off x="419101" y="985720"/>
            <a:ext cx="11353799" cy="5468400"/>
          </a:xfrm>
          <a:prstGeom prst="rect">
            <a:avLst/>
          </a:prstGeom>
        </p:spPr>
        <p:txBody>
          <a:bodyPr lIns="0" tIns="0" rIns="0" bIns="0" anchor="ctr" anchorCtr="0"/>
          <a:lstStyle>
            <a:lvl1pPr marL="0" indent="0" algn="ctr">
              <a:lnSpc>
                <a:spcPct val="90000"/>
              </a:lnSpc>
              <a:buFontTx/>
              <a:buNone/>
              <a:tabLst>
                <a:tab pos="3508375" algn="l"/>
              </a:tabLst>
              <a:defRPr sz="5000" b="1" i="0">
                <a:solidFill>
                  <a:schemeClr val="bg1"/>
                </a:solidFill>
                <a:latin typeface="Barlow SemiBold" pitchFamily="2" charset="77"/>
              </a:defRPr>
            </a:lvl1pPr>
          </a:lstStyle>
          <a:p>
            <a:pPr lvl="0"/>
            <a:r>
              <a:rPr lang="en-GB" dirty="0"/>
              <a:t>Big Statement/Quote, One Column,</a:t>
            </a:r>
            <a:br>
              <a:rPr lang="en-GB" dirty="0"/>
            </a:br>
            <a:r>
              <a:rPr lang="en-GB" dirty="0"/>
              <a:t>Barlow SemiBold, 50 pt., Click to Edit</a:t>
            </a:r>
            <a:endParaRPr lang="en-US" dirty="0"/>
          </a:p>
        </p:txBody>
      </p:sp>
      <p:sp>
        <p:nvSpPr>
          <p:cNvPr id="4" name="Legal Statement">
            <a:extLst>
              <a:ext uri="{FF2B5EF4-FFF2-40B4-BE49-F238E27FC236}">
                <a16:creationId xmlns:a16="http://schemas.microsoft.com/office/drawing/2014/main" id="{711B7826-C8B8-BDAD-0A12-46CAFB749532}"/>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bg1"/>
                </a:solidFill>
                <a:latin typeface="Barlow" pitchFamily="2" charset="77"/>
                <a:cs typeface="Arial" panose="020B0604020202020204" pitchFamily="34" charset="0"/>
              </a:defRPr>
            </a:lvl1pPr>
          </a:lstStyle>
          <a:p>
            <a:r>
              <a:rPr lang="en-IE" dirty="0"/>
              <a:t>©2025 Analog Devices, Inc. All Rights Reserved. </a:t>
            </a:r>
          </a:p>
        </p:txBody>
      </p:sp>
      <p:sp>
        <p:nvSpPr>
          <p:cNvPr id="5" name="Slide Number Placeholder 3">
            <a:extLst>
              <a:ext uri="{FF2B5EF4-FFF2-40B4-BE49-F238E27FC236}">
                <a16:creationId xmlns:a16="http://schemas.microsoft.com/office/drawing/2014/main" id="{D4E77862-06B8-49B9-8840-9C5CBFE1F73D}"/>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bg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4095045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Video">
    <p:bg>
      <p:bgPr>
        <a:solidFill>
          <a:schemeClr val="bg1"/>
        </a:solidFill>
        <a:effectLst/>
      </p:bgPr>
    </p:bg>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44B91048-928D-46CA-F288-0674C5E34E11}"/>
              </a:ext>
            </a:extLst>
          </p:cNvPr>
          <p:cNvSpPr>
            <a:spLocks noGrp="1"/>
          </p:cNvSpPr>
          <p:nvPr>
            <p:ph type="media" sz="quarter" idx="12" hasCustomPrompt="1"/>
          </p:nvPr>
        </p:nvSpPr>
        <p:spPr>
          <a:xfrm>
            <a:off x="0" y="0"/>
            <a:ext cx="12192000" cy="6853238"/>
          </a:xfrm>
          <a:prstGeom prst="rect">
            <a:avLst/>
          </a:prstGeom>
          <a:solidFill>
            <a:schemeClr val="accent1"/>
          </a:solidFill>
        </p:spPr>
        <p:txBody>
          <a:bodyPr anchor="ctr">
            <a:normAutofit/>
          </a:bodyPr>
          <a:lstStyle>
            <a:lvl1pPr marL="9525" indent="0" algn="ctr">
              <a:buNone/>
              <a:defRPr sz="2000">
                <a:solidFill>
                  <a:schemeClr val="bg1"/>
                </a:solidFill>
              </a:defRPr>
            </a:lvl1pPr>
          </a:lstStyle>
          <a:p>
            <a:r>
              <a:rPr lang="en-US" dirty="0"/>
              <a:t>Click the Icon to Add a Video</a:t>
            </a:r>
          </a:p>
        </p:txBody>
      </p:sp>
    </p:spTree>
    <p:extLst>
      <p:ext uri="{BB962C8B-B14F-4D97-AF65-F5344CB8AC3E}">
        <p14:creationId xmlns:p14="http://schemas.microsoft.com/office/powerpoint/2010/main" val="3872207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Car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le 5">
            <a:extLst>
              <a:ext uri="{FF2B5EF4-FFF2-40B4-BE49-F238E27FC236}">
                <a16:creationId xmlns:a16="http://schemas.microsoft.com/office/drawing/2014/main" id="{CBD4353F-D62D-2F4C-3041-F34431E54F85}"/>
              </a:ext>
            </a:extLst>
          </p:cNvPr>
          <p:cNvSpPr txBox="1"/>
          <p:nvPr userDrawn="1"/>
        </p:nvSpPr>
        <p:spPr>
          <a:xfrm>
            <a:off x="0" y="2410889"/>
            <a:ext cx="12192000" cy="692497"/>
          </a:xfrm>
          <a:prstGeom prst="rect">
            <a:avLst/>
          </a:prstGeom>
          <a:noFill/>
        </p:spPr>
        <p:txBody>
          <a:bodyPr wrap="square" lIns="0" tIns="0" rIns="0" bIns="0" rtlCol="0" anchor="b" anchorCtr="0">
            <a:spAutoFit/>
          </a:bodyPr>
          <a:lstStyle/>
          <a:p>
            <a:pPr marL="0" indent="0" algn="ctr" defTabSz="457200">
              <a:lnSpc>
                <a:spcPct val="90000"/>
              </a:lnSpc>
              <a:spcBef>
                <a:spcPts val="1000"/>
              </a:spcBef>
              <a:buClr>
                <a:srgbClr val="1E4056"/>
              </a:buClr>
              <a:buSzPct val="75000"/>
              <a:buFont typeface="Barlow"/>
              <a:buNone/>
            </a:pPr>
            <a:r>
              <a:rPr lang="en-US" sz="5000" b="0" i="0" spc="-100" baseline="0" dirty="0">
                <a:solidFill>
                  <a:schemeClr val="bg1"/>
                </a:solidFill>
                <a:latin typeface="Barlow Medium" pitchFamily="2" charset="77"/>
              </a:rPr>
              <a:t>AHEAD OF WHAT’S POSSIBLE</a:t>
            </a:r>
            <a:endParaRPr lang="en-US" sz="5000" b="0" i="0" spc="-100" baseline="25000" dirty="0">
              <a:solidFill>
                <a:schemeClr val="bg1"/>
              </a:solidFill>
              <a:latin typeface="Barlow Medium" pitchFamily="2" charset="77"/>
            </a:endParaRPr>
          </a:p>
        </p:txBody>
      </p:sp>
      <p:sp>
        <p:nvSpPr>
          <p:cNvPr id="11" name="TextBox 10">
            <a:hlinkClick r:id="rId4"/>
            <a:extLst>
              <a:ext uri="{FF2B5EF4-FFF2-40B4-BE49-F238E27FC236}">
                <a16:creationId xmlns:a16="http://schemas.microsoft.com/office/drawing/2014/main" id="{77A01333-E4A7-1F2C-0116-91DF7AC37E43}"/>
              </a:ext>
            </a:extLst>
          </p:cNvPr>
          <p:cNvSpPr txBox="1"/>
          <p:nvPr userDrawn="1"/>
        </p:nvSpPr>
        <p:spPr>
          <a:xfrm>
            <a:off x="5466000" y="3488780"/>
            <a:ext cx="1260000" cy="279400"/>
          </a:xfrm>
          <a:prstGeom prst="rect">
            <a:avLst/>
          </a:prstGeom>
          <a:noFill/>
        </p:spPr>
        <p:txBody>
          <a:bodyPr wrap="square" lIns="0" tIns="0" rIns="0" bIns="0" rtlCol="0" anchor="b" anchorCtr="0">
            <a:noAutofit/>
          </a:bodyPr>
          <a:lstStyle/>
          <a:p>
            <a:pPr marL="0" marR="0" lvl="0" indent="0" algn="ctr" defTabSz="457200" rtl="0" eaLnBrk="1" fontAlgn="auto" latinLnBrk="0" hangingPunct="1">
              <a:lnSpc>
                <a:spcPct val="100000"/>
              </a:lnSpc>
              <a:spcBef>
                <a:spcPts val="1000"/>
              </a:spcBef>
              <a:spcAft>
                <a:spcPts val="0"/>
              </a:spcAft>
              <a:buClr>
                <a:srgbClr val="1E4056"/>
              </a:buClr>
              <a:buSzPct val="75000"/>
              <a:buFont typeface="Barlow"/>
              <a:buNone/>
              <a:tabLst/>
              <a:defRPr/>
            </a:pPr>
            <a:r>
              <a:rPr lang="en-IE" sz="1800" b="0" i="0" u="none" spc="0" baseline="0" dirty="0">
                <a:solidFill>
                  <a:schemeClr val="accent2">
                    <a:lumMod val="60000"/>
                    <a:lumOff val="40000"/>
                  </a:schemeClr>
                </a:solidFill>
                <a:effectLst/>
                <a:latin typeface="Barlow Medium" pitchFamily="2" charset="77"/>
              </a:rPr>
              <a:t>analog</a:t>
            </a:r>
            <a:r>
              <a:rPr lang="en-IE" sz="1800" b="0" i="0" u="none" spc="100" baseline="0" dirty="0">
                <a:solidFill>
                  <a:schemeClr val="accent2">
                    <a:lumMod val="60000"/>
                    <a:lumOff val="40000"/>
                  </a:schemeClr>
                </a:solidFill>
                <a:effectLst/>
                <a:latin typeface="Barlow Medium" pitchFamily="2" charset="77"/>
              </a:rPr>
              <a:t>.com</a:t>
            </a:r>
          </a:p>
        </p:txBody>
      </p:sp>
      <p:sp>
        <p:nvSpPr>
          <p:cNvPr id="13" name="TextBox 12">
            <a:extLst>
              <a:ext uri="{FF2B5EF4-FFF2-40B4-BE49-F238E27FC236}">
                <a16:creationId xmlns:a16="http://schemas.microsoft.com/office/drawing/2014/main" id="{45B9611C-2544-31F0-337A-5ACA47B9BFEE}"/>
              </a:ext>
            </a:extLst>
          </p:cNvPr>
          <p:cNvSpPr txBox="1"/>
          <p:nvPr userDrawn="1"/>
        </p:nvSpPr>
        <p:spPr>
          <a:xfrm>
            <a:off x="0" y="6559905"/>
            <a:ext cx="12193200" cy="184666"/>
          </a:xfrm>
          <a:prstGeom prst="rect">
            <a:avLst/>
          </a:prstGeom>
          <a:noFill/>
        </p:spPr>
        <p:txBody>
          <a:bodyPr wrap="square" lIns="0">
            <a:spAutoFit/>
          </a:bodyPr>
          <a:lstStyle/>
          <a:p>
            <a:pPr algn="ctr"/>
            <a:r>
              <a:rPr lang="en-IE" sz="600" b="0" i="0" dirty="0">
                <a:solidFill>
                  <a:schemeClr val="bg1"/>
                </a:solidFill>
                <a:latin typeface="Barlow" pitchFamily="2" charset="77"/>
              </a:rPr>
              <a:t>©2025 Analog Devices, Inc. All Rights Reserved. </a:t>
            </a:r>
          </a:p>
        </p:txBody>
      </p:sp>
      <p:pic>
        <p:nvPicPr>
          <p:cNvPr id="2" name="Graphic 1">
            <a:hlinkClick r:id="rId4"/>
            <a:extLst>
              <a:ext uri="{FF2B5EF4-FFF2-40B4-BE49-F238E27FC236}">
                <a16:creationId xmlns:a16="http://schemas.microsoft.com/office/drawing/2014/main" id="{541BB206-E2EC-4ECC-7367-C7B159138290}"/>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20341" y="4864462"/>
            <a:ext cx="1852246" cy="525946"/>
          </a:xfrm>
          <a:prstGeom prst="rect">
            <a:avLst/>
          </a:prstGeom>
        </p:spPr>
      </p:pic>
    </p:spTree>
    <p:extLst>
      <p:ext uri="{BB962C8B-B14F-4D97-AF65-F5344CB8AC3E}">
        <p14:creationId xmlns:p14="http://schemas.microsoft.com/office/powerpoint/2010/main" val="11095356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91171D4C-9683-BD15-3D7B-0F5C911FF020}"/>
              </a:ext>
            </a:extLst>
          </p:cNvPr>
          <p:cNvSpPr>
            <a:spLocks noGrp="1"/>
          </p:cNvSpPr>
          <p:nvPr>
            <p:ph type="body" idx="1"/>
          </p:nvPr>
        </p:nvSpPr>
        <p:spPr>
          <a:xfrm>
            <a:off x="417600" y="1353312"/>
            <a:ext cx="11358000" cy="5094000"/>
          </a:xfrm>
          <a:prstGeom prst="rect">
            <a:avLst/>
          </a:prstGeom>
        </p:spPr>
        <p:txBody>
          <a:bodyPr vert="horz" lIns="0" tIns="0" rIns="0" bIns="0" rtlCol="0" anchor="t" anchorCtr="0">
            <a:normAutofit/>
          </a:bodyPr>
          <a:lstStyle/>
          <a:p>
            <a:pPr lvl="0"/>
            <a:r>
              <a:rPr lang="en-US" dirty="0"/>
              <a:t>Click to edit Master text styles</a:t>
            </a:r>
          </a:p>
          <a:p>
            <a:pPr lvl="1"/>
            <a:r>
              <a:rPr lang="en-US" dirty="0"/>
              <a:t>Second level</a:t>
            </a:r>
          </a:p>
          <a:p>
            <a:pPr lvl="2"/>
            <a:r>
              <a:rPr lang="en-US" dirty="0"/>
              <a:t>Third level</a:t>
            </a:r>
          </a:p>
        </p:txBody>
      </p:sp>
      <p:sp>
        <p:nvSpPr>
          <p:cNvPr id="3" name="Title 5"/>
          <p:cNvSpPr>
            <a:spLocks noGrp="1"/>
          </p:cNvSpPr>
          <p:nvPr>
            <p:ph type="title"/>
          </p:nvPr>
        </p:nvSpPr>
        <p:spPr>
          <a:xfrm>
            <a:off x="417600" y="640080"/>
            <a:ext cx="10080000" cy="450000"/>
          </a:xfrm>
          <a:prstGeom prst="rect">
            <a:avLst/>
          </a:prstGeom>
          <a:noFill/>
        </p:spPr>
        <p:txBody>
          <a:bodyPr vert="horz" wrap="square" lIns="0" tIns="36576" rIns="0" bIns="0" rtlCol="0" anchor="t" anchorCtr="0">
            <a:noAutofit/>
          </a:bodyPr>
          <a:lstStyle/>
          <a:p>
            <a:r>
              <a:rPr lang="en-US"/>
              <a:t>Click to edit Master title style</a:t>
            </a:r>
            <a:endParaRPr lang="en-US" dirty="0"/>
          </a:p>
        </p:txBody>
      </p:sp>
      <p:pic>
        <p:nvPicPr>
          <p:cNvPr id="4" name="Analog Logo">
            <a:extLst>
              <a:ext uri="{FF2B5EF4-FFF2-40B4-BE49-F238E27FC236}">
                <a16:creationId xmlns:a16="http://schemas.microsoft.com/office/drawing/2014/main" id="{C045C3B2-FF7D-A8D6-DE50-897DAAED8ED3}"/>
              </a:ext>
            </a:extLst>
          </p:cNvPr>
          <p:cNvPicPr>
            <a:picLocks noChangeAspect="1"/>
          </p:cNvPicPr>
          <p:nvPr userDrawn="1"/>
        </p:nvPicPr>
        <p:blipFill>
          <a:blip r:embed="rId24" cstate="email">
            <a:extLst>
              <a:ext uri="{28A0092B-C50C-407E-A947-70E740481C1C}">
                <a14:useLocalDpi xmlns:a14="http://schemas.microsoft.com/office/drawing/2010/main"/>
              </a:ext>
              <a:ext uri="{96DAC541-7B7A-43D3-8B79-37D633B846F1}">
                <asvg:svgBlip xmlns:asvg="http://schemas.microsoft.com/office/drawing/2016/SVG/main" r:embed="rId25"/>
              </a:ext>
            </a:extLst>
          </a:blip>
          <a:srcRect/>
          <a:stretch/>
        </p:blipFill>
        <p:spPr>
          <a:xfrm>
            <a:off x="10911547" y="392097"/>
            <a:ext cx="869518" cy="246899"/>
          </a:xfrm>
          <a:prstGeom prst="rect">
            <a:avLst/>
          </a:prstGeom>
          <a:noFill/>
          <a:ln>
            <a:noFill/>
          </a:ln>
        </p:spPr>
      </p:pic>
      <p:sp>
        <p:nvSpPr>
          <p:cNvPr id="5" name="Legal Statement">
            <a:extLst>
              <a:ext uri="{FF2B5EF4-FFF2-40B4-BE49-F238E27FC236}">
                <a16:creationId xmlns:a16="http://schemas.microsoft.com/office/drawing/2014/main" id="{588B6EED-4863-B18E-517F-943471A959CE}"/>
              </a:ext>
            </a:extLst>
          </p:cNvPr>
          <p:cNvSpPr>
            <a:spLocks noGrp="1"/>
          </p:cNvSpPr>
          <p:nvPr>
            <p:ph type="ftr" sz="quarter" idx="3"/>
          </p:nvPr>
        </p:nvSpPr>
        <p:spPr>
          <a:xfrm>
            <a:off x="665479" y="6582557"/>
            <a:ext cx="5236846" cy="144000"/>
          </a:xfrm>
          <a:prstGeom prst="rect">
            <a:avLst/>
          </a:prstGeom>
          <a:noFill/>
        </p:spPr>
        <p:txBody>
          <a:bodyPr vert="horz" lIns="0" tIns="0" rIns="0" bIns="0" rtlCol="0" anchor="ctr" anchorCtr="0">
            <a:noAutofit/>
          </a:bodyPr>
          <a:lstStyle>
            <a:lvl1pPr algn="l">
              <a:lnSpc>
                <a:spcPct val="90000"/>
              </a:lnSpc>
              <a:defRPr lang="en-US" sz="600" b="0" i="0" smtClean="0">
                <a:solidFill>
                  <a:schemeClr val="tx1"/>
                </a:solidFill>
                <a:latin typeface="Barlow" pitchFamily="2" charset="77"/>
                <a:cs typeface="Arial" panose="020B0604020202020204" pitchFamily="34" charset="0"/>
              </a:defRPr>
            </a:lvl1pPr>
          </a:lstStyle>
          <a:p>
            <a:r>
              <a:rPr lang="en-IE" dirty="0"/>
              <a:t>©2025 Analog Devices, Inc. All Rights Reserved. </a:t>
            </a:r>
          </a:p>
        </p:txBody>
      </p:sp>
      <p:sp>
        <p:nvSpPr>
          <p:cNvPr id="13" name="Slide Number Placeholder 3">
            <a:extLst>
              <a:ext uri="{FF2B5EF4-FFF2-40B4-BE49-F238E27FC236}">
                <a16:creationId xmlns:a16="http://schemas.microsoft.com/office/drawing/2014/main" id="{0C7B0831-6F35-A7A6-9972-3A008CCC5227}"/>
              </a:ext>
            </a:extLst>
          </p:cNvPr>
          <p:cNvSpPr>
            <a:spLocks noGrp="1"/>
          </p:cNvSpPr>
          <p:nvPr>
            <p:ph type="sldNum" sz="quarter" idx="4"/>
          </p:nvPr>
        </p:nvSpPr>
        <p:spPr>
          <a:xfrm>
            <a:off x="417601" y="6582557"/>
            <a:ext cx="247878" cy="144000"/>
          </a:xfrm>
          <a:prstGeom prst="rect">
            <a:avLst/>
          </a:prstGeom>
        </p:spPr>
        <p:txBody>
          <a:bodyPr vert="horz" lIns="0" tIns="91440" rIns="91440" bIns="91440" rtlCol="0" anchor="ctr" anchorCtr="0"/>
          <a:lstStyle>
            <a:lvl1pPr algn="l">
              <a:lnSpc>
                <a:spcPct val="80000"/>
              </a:lnSpc>
              <a:defRPr lang="en-US" sz="600" b="0" i="0" kern="1200" smtClean="0">
                <a:solidFill>
                  <a:schemeClr val="tx1"/>
                </a:solidFill>
                <a:latin typeface="Barlow" pitchFamily="2" charset="77"/>
                <a:ea typeface="+mn-ea"/>
                <a:cs typeface="Arial" panose="020B0604020202020204" pitchFamily="34" charset="0"/>
              </a:defRPr>
            </a:lvl1pPr>
          </a:lstStyle>
          <a:p>
            <a:pPr>
              <a:defRPr/>
            </a:pPr>
            <a:fld id="{A9CE67A1-BA7F-A74E-B5D7-615746DEEC2B}" type="slidenum">
              <a:rPr lang="en-US" smtClean="0"/>
              <a:pPr>
                <a:defRPr/>
              </a:pPr>
              <a:t>‹#›</a:t>
            </a:fld>
            <a:endParaRPr lang="en-US" dirty="0"/>
          </a:p>
        </p:txBody>
      </p:sp>
    </p:spTree>
    <p:extLst>
      <p:ext uri="{BB962C8B-B14F-4D97-AF65-F5344CB8AC3E}">
        <p14:creationId xmlns:p14="http://schemas.microsoft.com/office/powerpoint/2010/main" val="2279805908"/>
      </p:ext>
    </p:extLst>
  </p:cSld>
  <p:clrMap bg1="lt1" tx1="dk1" bg2="lt2" tx2="dk2" accent1="accent1" accent2="accent2" accent3="accent3" accent4="accent4" accent5="accent5" accent6="accent6" hlink="hlink" folHlink="folHlink"/>
  <p:sldLayoutIdLst>
    <p:sldLayoutId id="2147483771" r:id="rId1"/>
    <p:sldLayoutId id="2147483774" r:id="rId2"/>
    <p:sldLayoutId id="2147483678" r:id="rId3"/>
    <p:sldLayoutId id="2147483753" r:id="rId4"/>
    <p:sldLayoutId id="2147483768" r:id="rId5"/>
    <p:sldLayoutId id="2147483752" r:id="rId6"/>
    <p:sldLayoutId id="2147483709" r:id="rId7"/>
    <p:sldLayoutId id="2147483739" r:id="rId8"/>
    <p:sldLayoutId id="2147483743" r:id="rId9"/>
    <p:sldLayoutId id="2147483681" r:id="rId10"/>
    <p:sldLayoutId id="2147483722" r:id="rId11"/>
    <p:sldLayoutId id="2147483716" r:id="rId12"/>
    <p:sldLayoutId id="2147483762" r:id="rId13"/>
    <p:sldLayoutId id="2147483763" r:id="rId14"/>
    <p:sldLayoutId id="2147483769" r:id="rId15"/>
    <p:sldLayoutId id="2147483770" r:id="rId16"/>
    <p:sldLayoutId id="2147483777" r:id="rId17"/>
    <p:sldLayoutId id="2147483772" r:id="rId18"/>
    <p:sldLayoutId id="2147483761" r:id="rId19"/>
    <p:sldLayoutId id="2147483758" r:id="rId20"/>
    <p:sldLayoutId id="2147483744" r:id="rId21"/>
    <p:sldLayoutId id="2147483759"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indent="0" algn="l" defTabSz="457200" rtl="0" eaLnBrk="1" latinLnBrk="0" hangingPunct="1">
        <a:lnSpc>
          <a:spcPct val="85000"/>
        </a:lnSpc>
        <a:spcBef>
          <a:spcPct val="0"/>
        </a:spcBef>
        <a:buNone/>
        <a:defRPr sz="3200" b="0" i="0" kern="1200" spc="0" baseline="0">
          <a:solidFill>
            <a:schemeClr val="tx2"/>
          </a:solidFill>
          <a:latin typeface="Barlow Medium" pitchFamily="2" charset="77"/>
          <a:ea typeface="+mj-ea"/>
          <a:cs typeface="+mj-cs"/>
        </a:defRPr>
      </a:lvl1pPr>
    </p:titleStyle>
    <p:bodyStyle>
      <a:lvl1pPr marL="0" indent="0" algn="l" defTabSz="457200" rtl="0" eaLnBrk="1" latinLnBrk="0" hangingPunct="1">
        <a:lnSpc>
          <a:spcPct val="110000"/>
        </a:lnSpc>
        <a:spcBef>
          <a:spcPts val="0"/>
        </a:spcBef>
        <a:spcAft>
          <a:spcPts val="600"/>
        </a:spcAft>
        <a:buClr>
          <a:schemeClr val="tx1"/>
        </a:buClr>
        <a:buSzPct val="90000"/>
        <a:buFontTx/>
        <a:buNone/>
        <a:tabLst/>
        <a:defRPr lang="en-US" sz="1800" b="0" i="0" kern="1200" baseline="0" dirty="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2pPr>
      <a:lvl3pPr marL="867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dirty="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64" userDrawn="1">
          <p15:clr>
            <a:srgbClr val="F26B43"/>
          </p15:clr>
        </p15:guide>
        <p15:guide id="4" pos="1413" userDrawn="1">
          <p15:clr>
            <a:srgbClr val="F26B43"/>
          </p15:clr>
        </p15:guide>
        <p15:guide id="6" pos="3840" userDrawn="1">
          <p15:clr>
            <a:srgbClr val="F26B43"/>
          </p15:clr>
        </p15:guide>
        <p15:guide id="7" pos="5116" userDrawn="1">
          <p15:clr>
            <a:srgbClr val="F26B43"/>
          </p15:clr>
        </p15:guide>
        <p15:guide id="8" pos="6266" userDrawn="1">
          <p15:clr>
            <a:srgbClr val="F26B43"/>
          </p15:clr>
        </p15:guide>
        <p15:guide id="9" pos="7416" userDrawn="1">
          <p15:clr>
            <a:srgbClr val="F26B43"/>
          </p15:clr>
        </p15:guide>
        <p15:guide id="10" orient="horz" userDrawn="1">
          <p15:clr>
            <a:srgbClr val="F26B43"/>
          </p15:clr>
        </p15:guide>
        <p15:guide id="11" orient="horz" pos="4320" userDrawn="1">
          <p15:clr>
            <a:srgbClr val="F26B43"/>
          </p15:clr>
        </p15:guide>
        <p15:guide id="12" orient="horz" pos="624" userDrawn="1">
          <p15:clr>
            <a:srgbClr val="F26B43"/>
          </p15:clr>
        </p15:guide>
        <p15:guide id="20" orient="horz" pos="3920" userDrawn="1">
          <p15:clr>
            <a:srgbClr val="F26B43"/>
          </p15:clr>
        </p15:guide>
        <p15:guide id="22" pos="3962" userDrawn="1">
          <p15:clr>
            <a:srgbClr val="F26B43"/>
          </p15:clr>
        </p15:guide>
        <p15:guide id="23" pos="2570" userDrawn="1">
          <p15:clr>
            <a:srgbClr val="F26B43"/>
          </p15:clr>
        </p15:guide>
        <p15:guide id="24" pos="371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brand@analog.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mailto:brand@analog.com"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3.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chart" Target="../charts/chart12.xml"/><Relationship Id="rId2" Type="http://schemas.openxmlformats.org/officeDocument/2006/relationships/chart" Target="../charts/chart7.xml"/><Relationship Id="rId1" Type="http://schemas.openxmlformats.org/officeDocument/2006/relationships/slideLayout" Target="../slideLayouts/slideLayout14.xml"/><Relationship Id="rId6" Type="http://schemas.openxmlformats.org/officeDocument/2006/relationships/chart" Target="../charts/chart11.xml"/><Relationship Id="rId5" Type="http://schemas.openxmlformats.org/officeDocument/2006/relationships/chart" Target="../charts/chart10.xml"/><Relationship Id="rId4" Type="http://schemas.openxmlformats.org/officeDocument/2006/relationships/chart" Target="../charts/char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3B21D2-9F0E-5CE6-4A2E-6358FAF689EF}"/>
              </a:ext>
            </a:extLst>
          </p:cNvPr>
          <p:cNvSpPr>
            <a:spLocks noGrp="1"/>
          </p:cNvSpPr>
          <p:nvPr>
            <p:ph type="body" sz="quarter" idx="14"/>
          </p:nvPr>
        </p:nvSpPr>
        <p:spPr/>
        <p:txBody>
          <a:bodyPr/>
          <a:lstStyle/>
          <a:p>
            <a:endParaRPr lang="en-US"/>
          </a:p>
        </p:txBody>
      </p:sp>
      <p:sp>
        <p:nvSpPr>
          <p:cNvPr id="3" name="Text Placeholder 2">
            <a:extLst>
              <a:ext uri="{FF2B5EF4-FFF2-40B4-BE49-F238E27FC236}">
                <a16:creationId xmlns:a16="http://schemas.microsoft.com/office/drawing/2014/main" id="{09F6E1AD-6C21-F3B4-CAF2-AB1A5DCA10E9}"/>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92AD83B7-3616-9A77-D3D1-F2624ABFA9FA}"/>
              </a:ext>
            </a:extLst>
          </p:cNvPr>
          <p:cNvSpPr>
            <a:spLocks noGrp="1"/>
          </p:cNvSpPr>
          <p:nvPr>
            <p:ph type="body" sz="quarter" idx="10"/>
          </p:nvPr>
        </p:nvSpPr>
        <p:spPr/>
        <p:txBody>
          <a:bodyPr/>
          <a:lstStyle/>
          <a:p>
            <a:endParaRPr lang="en-US" dirty="0"/>
          </a:p>
        </p:txBody>
      </p:sp>
      <p:sp>
        <p:nvSpPr>
          <p:cNvPr id="5" name="Text Placeholder 6">
            <a:extLst>
              <a:ext uri="{FF2B5EF4-FFF2-40B4-BE49-F238E27FC236}">
                <a16:creationId xmlns:a16="http://schemas.microsoft.com/office/drawing/2014/main" id="{71494676-CD70-B506-B5F7-4D3DA9776C90}"/>
              </a:ext>
            </a:extLst>
          </p:cNvPr>
          <p:cNvSpPr txBox="1">
            <a:spLocks/>
          </p:cNvSpPr>
          <p:nvPr/>
        </p:nvSpPr>
        <p:spPr>
          <a:xfrm>
            <a:off x="6546830" y="3986783"/>
            <a:ext cx="5645170" cy="2713661"/>
          </a:xfrm>
          <a:prstGeom prst="rect">
            <a:avLst/>
          </a:prstGeom>
          <a:solidFill>
            <a:schemeClr val="accent1">
              <a:alpha val="90000"/>
            </a:schemeClr>
          </a:solidFill>
        </p:spPr>
        <p:txBody>
          <a:bodyPr vert="horz" wrap="square" lIns="180000" tIns="0" rIns="180000" bIns="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525">
              <a:lnSpc>
                <a:spcPct val="110000"/>
              </a:lnSpc>
              <a:spcAft>
                <a:spcPts val="1000"/>
              </a:spcAft>
            </a:pPr>
            <a:r>
              <a:rPr lang="en-CA" sz="1200" b="1" dirty="0">
                <a:solidFill>
                  <a:schemeClr val="accent2">
                    <a:lumMod val="60000"/>
                    <a:lumOff val="40000"/>
                  </a:schemeClr>
                </a:solidFill>
              </a:rPr>
              <a:t>COVER IMAGE GUIDELINE</a:t>
            </a:r>
            <a:br>
              <a:rPr lang="en-CA" sz="1200" dirty="0">
                <a:latin typeface="+mn-lt"/>
              </a:rPr>
            </a:br>
            <a:r>
              <a:rPr lang="en-CA" sz="1200" dirty="0">
                <a:solidFill>
                  <a:schemeClr val="bg1"/>
                </a:solidFill>
                <a:latin typeface="+mn-lt"/>
              </a:rPr>
              <a:t>This cover image may be replaced with another image either </a:t>
            </a:r>
            <a:r>
              <a:rPr lang="en-US" sz="1200" dirty="0">
                <a:solidFill>
                  <a:schemeClr val="bg1"/>
                </a:solidFill>
                <a:latin typeface="+mn-lt"/>
              </a:rPr>
              <a:t>from the </a:t>
            </a:r>
            <a:r>
              <a:rPr lang="en-US" sz="1200" b="1" dirty="0">
                <a:solidFill>
                  <a:schemeClr val="bg1"/>
                </a:solidFill>
                <a:latin typeface="Barlow SemiBold" pitchFamily="2" charset="77"/>
              </a:rPr>
              <a:t>Brand Image Library PowerPoint </a:t>
            </a:r>
            <a:r>
              <a:rPr lang="en-US" sz="1200" dirty="0">
                <a:solidFill>
                  <a:schemeClr val="bg1"/>
                </a:solidFill>
                <a:latin typeface="+mn-lt"/>
              </a:rPr>
              <a:t>(available on the Brand Hub) OR a brand approved image that meets Analog Devices’ photography guidelines. Alternatively, you may choose to use the cover slide with no image as shown on slide 2.</a:t>
            </a:r>
            <a:br>
              <a:rPr lang="en-US" sz="1200" dirty="0">
                <a:solidFill>
                  <a:schemeClr val="bg1"/>
                </a:solidFill>
                <a:latin typeface="+mn-lt"/>
              </a:rPr>
            </a:br>
            <a:br>
              <a:rPr lang="en-US" sz="1200" dirty="0">
                <a:solidFill>
                  <a:schemeClr val="bg1"/>
                </a:solidFill>
                <a:latin typeface="+mn-lt"/>
              </a:rPr>
            </a:br>
            <a:r>
              <a:rPr lang="en-CA" sz="1200" dirty="0">
                <a:solidFill>
                  <a:schemeClr val="bg1"/>
                </a:solidFill>
                <a:latin typeface="+mn-lt"/>
              </a:rPr>
              <a:t>The image can be replaced in the </a:t>
            </a:r>
            <a:r>
              <a:rPr lang="en-CA" sz="1200" b="1" dirty="0">
                <a:solidFill>
                  <a:schemeClr val="bg1"/>
                </a:solidFill>
                <a:latin typeface="+mn-lt"/>
              </a:rPr>
              <a:t>Slide Master</a:t>
            </a:r>
            <a:r>
              <a:rPr lang="en-CA" sz="1200" dirty="0">
                <a:solidFill>
                  <a:schemeClr val="bg1"/>
                </a:solidFill>
                <a:latin typeface="+mn-lt"/>
              </a:rPr>
              <a:t>. The image should cover the entire slide, size 33.87 cm (W) × 19.05 cm (H), with </a:t>
            </a:r>
            <a:r>
              <a:rPr lang="en-US" sz="1200" dirty="0">
                <a:solidFill>
                  <a:schemeClr val="bg1"/>
                </a:solidFill>
                <a:latin typeface="Arial" charset="0"/>
              </a:rPr>
              <a:t>the</a:t>
            </a:r>
            <a:r>
              <a:rPr lang="en-CA" sz="1200" dirty="0">
                <a:solidFill>
                  <a:schemeClr val="bg1"/>
                </a:solidFill>
              </a:rPr>
              <a:t> focal point toward the right of the slide and not appearing behind the AMP. </a:t>
            </a:r>
            <a:r>
              <a:rPr lang="en-US" sz="1200" dirty="0">
                <a:solidFill>
                  <a:schemeClr val="bg1"/>
                </a:solidFill>
                <a:latin typeface="+mn-lt"/>
              </a:rPr>
              <a:t>See instructions on slide 4 on how to change the image.</a:t>
            </a:r>
            <a:endParaRPr lang="en-CA" sz="1200" dirty="0">
              <a:solidFill>
                <a:schemeClr val="bg1"/>
              </a:solidFill>
            </a:endParaRPr>
          </a:p>
          <a:p>
            <a:pPr marL="9525">
              <a:lnSpc>
                <a:spcPct val="110000"/>
              </a:lnSpc>
              <a:spcAft>
                <a:spcPts val="1000"/>
              </a:spcAft>
            </a:pPr>
            <a:r>
              <a:rPr lang="en-CA" sz="1200" dirty="0">
                <a:solidFill>
                  <a:schemeClr val="bg1"/>
                </a:solidFill>
                <a:latin typeface="+mn-lt"/>
              </a:rPr>
              <a:t>For additional guidance, reach out to </a:t>
            </a:r>
            <a:r>
              <a:rPr lang="en-CA" sz="1200" dirty="0">
                <a:solidFill>
                  <a:schemeClr val="bg1"/>
                </a:solidFill>
                <a:latin typeface="+mn-lt"/>
                <a:hlinkClick r:id="rId2">
                  <a:extLst>
                    <a:ext uri="{A12FA001-AC4F-418D-AE19-62706E023703}">
                      <ahyp:hlinkClr xmlns:ahyp="http://schemas.microsoft.com/office/drawing/2018/hyperlinkcolor" val="tx"/>
                    </a:ext>
                  </a:extLst>
                </a:hlinkClick>
              </a:rPr>
              <a:t>Brand Creative</a:t>
            </a:r>
            <a:r>
              <a:rPr lang="en-CA" sz="1200" dirty="0">
                <a:solidFill>
                  <a:schemeClr val="bg1"/>
                </a:solidFill>
                <a:latin typeface="+mn-lt"/>
              </a:rPr>
              <a:t>.</a:t>
            </a:r>
          </a:p>
        </p:txBody>
      </p:sp>
      <p:sp>
        <p:nvSpPr>
          <p:cNvPr id="6" name="Rounded Rectangular Callout 5">
            <a:extLst>
              <a:ext uri="{FF2B5EF4-FFF2-40B4-BE49-F238E27FC236}">
                <a16:creationId xmlns:a16="http://schemas.microsoft.com/office/drawing/2014/main" id="{7EBA1EA1-B085-24DC-5963-B9F9422A1C00}"/>
              </a:ext>
            </a:extLst>
          </p:cNvPr>
          <p:cNvSpPr/>
          <p:nvPr/>
        </p:nvSpPr>
        <p:spPr>
          <a:xfrm>
            <a:off x="3103445" y="286897"/>
            <a:ext cx="3459399" cy="1727805"/>
          </a:xfrm>
          <a:prstGeom prst="wedgeRoundRectCallout">
            <a:avLst/>
          </a:prstGeom>
          <a:solidFill>
            <a:schemeClr val="accent1">
              <a:alpha val="9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l" defTabSz="457200">
              <a:spcBef>
                <a:spcPts val="600"/>
              </a:spcBef>
              <a:spcAft>
                <a:spcPts val="800"/>
              </a:spcAft>
              <a:buClr>
                <a:schemeClr val="accent1"/>
              </a:buClr>
              <a:buSzPct val="70000"/>
            </a:pPr>
            <a:r>
              <a:rPr lang="en-CA" sz="1200" dirty="0">
                <a:solidFill>
                  <a:schemeClr val="bg1"/>
                </a:solidFill>
              </a:rPr>
              <a:t>Always use “</a:t>
            </a:r>
            <a:r>
              <a:rPr lang="en-CA" sz="1200" dirty="0">
                <a:solidFill>
                  <a:schemeClr val="bg1"/>
                </a:solidFill>
                <a:latin typeface="Barlow Medium" pitchFamily="2" charset="77"/>
              </a:rPr>
              <a:t>Barlow Medium</a:t>
            </a:r>
            <a:r>
              <a:rPr lang="en-CA" sz="1200" dirty="0">
                <a:solidFill>
                  <a:schemeClr val="bg1"/>
                </a:solidFill>
                <a:latin typeface="+mn-lt"/>
              </a:rPr>
              <a:t>” font for the presentation title.</a:t>
            </a:r>
            <a:br>
              <a:rPr lang="en-CA" sz="1200" dirty="0">
                <a:solidFill>
                  <a:schemeClr val="bg1"/>
                </a:solidFill>
                <a:latin typeface="+mn-lt"/>
              </a:rPr>
            </a:br>
            <a:br>
              <a:rPr lang="en-CA" sz="1200" dirty="0">
                <a:solidFill>
                  <a:schemeClr val="bg1"/>
                </a:solidFill>
                <a:latin typeface="+mn-lt"/>
              </a:rPr>
            </a:br>
            <a:r>
              <a:rPr lang="en-CA" sz="1200" dirty="0">
                <a:solidFill>
                  <a:schemeClr val="bg1"/>
                </a:solidFill>
                <a:latin typeface="+mn-lt"/>
              </a:rPr>
              <a:t>If the title is longer than three lines, font size may be reduced but no less than 36 pt. and needs to fit within the title text container. </a:t>
            </a:r>
          </a:p>
          <a:p>
            <a:pPr algn="l" defTabSz="457200">
              <a:spcBef>
                <a:spcPts val="600"/>
              </a:spcBef>
              <a:spcAft>
                <a:spcPts val="800"/>
              </a:spcAft>
              <a:buClr>
                <a:schemeClr val="accent1"/>
              </a:buClr>
              <a:buSzPct val="70000"/>
            </a:pPr>
            <a:r>
              <a:rPr lang="en-CA" sz="1200" dirty="0">
                <a:solidFill>
                  <a:schemeClr val="bg1"/>
                </a:solidFill>
              </a:rPr>
              <a:t>DO NOT reposition or alter the text containers.</a:t>
            </a:r>
            <a:endParaRPr lang="en-US" sz="1200" dirty="0">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240714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C289C3-0BF9-2EE6-719B-1F0FD605C8AD}"/>
              </a:ext>
            </a:extLst>
          </p:cNvPr>
          <p:cNvSpPr>
            <a:spLocks noGrp="1"/>
          </p:cNvSpPr>
          <p:nvPr>
            <p:ph type="body" sz="quarter" idx="14"/>
          </p:nvPr>
        </p:nvSpPr>
        <p:spPr/>
        <p:txBody>
          <a:bodyPr/>
          <a:lstStyle/>
          <a:p>
            <a:endParaRPr lang="en-US"/>
          </a:p>
        </p:txBody>
      </p:sp>
      <p:sp>
        <p:nvSpPr>
          <p:cNvPr id="3" name="Text Placeholder 2">
            <a:extLst>
              <a:ext uri="{FF2B5EF4-FFF2-40B4-BE49-F238E27FC236}">
                <a16:creationId xmlns:a16="http://schemas.microsoft.com/office/drawing/2014/main" id="{B4CAD068-32AB-A0BF-1341-A95ABFAF241C}"/>
              </a:ext>
            </a:extLst>
          </p:cNvPr>
          <p:cNvSpPr>
            <a:spLocks noGrp="1"/>
          </p:cNvSpPr>
          <p:nvPr>
            <p:ph type="body" sz="quarter" idx="15"/>
          </p:nvPr>
        </p:nvSpPr>
        <p:spPr/>
        <p:txBody>
          <a:bodyPr/>
          <a:lstStyle/>
          <a:p>
            <a:endParaRPr lang="en-US"/>
          </a:p>
        </p:txBody>
      </p:sp>
      <p:sp>
        <p:nvSpPr>
          <p:cNvPr id="4" name="Text Placeholder 3">
            <a:extLst>
              <a:ext uri="{FF2B5EF4-FFF2-40B4-BE49-F238E27FC236}">
                <a16:creationId xmlns:a16="http://schemas.microsoft.com/office/drawing/2014/main" id="{8749E0F9-B100-89AE-001A-B27E8B5465FA}"/>
              </a:ext>
            </a:extLst>
          </p:cNvPr>
          <p:cNvSpPr>
            <a:spLocks noGrp="1"/>
          </p:cNvSpPr>
          <p:nvPr>
            <p:ph type="body" sz="quarter" idx="10"/>
          </p:nvPr>
        </p:nvSpPr>
        <p:spPr/>
        <p:txBody>
          <a:bodyPr/>
          <a:lstStyle/>
          <a:p>
            <a:endParaRPr lang="en-US"/>
          </a:p>
        </p:txBody>
      </p:sp>
      <p:sp>
        <p:nvSpPr>
          <p:cNvPr id="5" name="Rounded Rectangular Callout 4">
            <a:extLst>
              <a:ext uri="{FF2B5EF4-FFF2-40B4-BE49-F238E27FC236}">
                <a16:creationId xmlns:a16="http://schemas.microsoft.com/office/drawing/2014/main" id="{1955E53C-96C3-891A-A0B5-3E6E019D0F48}"/>
              </a:ext>
            </a:extLst>
          </p:cNvPr>
          <p:cNvSpPr/>
          <p:nvPr/>
        </p:nvSpPr>
        <p:spPr>
          <a:xfrm>
            <a:off x="3103445" y="286897"/>
            <a:ext cx="3459399" cy="1727805"/>
          </a:xfrm>
          <a:prstGeom prst="wedgeRoundRectCallout">
            <a:avLst/>
          </a:prstGeom>
          <a:solidFill>
            <a:schemeClr val="accent1">
              <a:alpha val="9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l" defTabSz="457200">
              <a:spcBef>
                <a:spcPts val="600"/>
              </a:spcBef>
              <a:spcAft>
                <a:spcPts val="800"/>
              </a:spcAft>
              <a:buClr>
                <a:schemeClr val="accent1"/>
              </a:buClr>
              <a:buSzPct val="70000"/>
            </a:pPr>
            <a:r>
              <a:rPr lang="en-CA" sz="1200" dirty="0">
                <a:solidFill>
                  <a:schemeClr val="bg1"/>
                </a:solidFill>
              </a:rPr>
              <a:t>Always use “</a:t>
            </a:r>
            <a:r>
              <a:rPr lang="en-CA" sz="1200" dirty="0">
                <a:solidFill>
                  <a:schemeClr val="bg1"/>
                </a:solidFill>
                <a:latin typeface="Barlow Medium" pitchFamily="2" charset="77"/>
              </a:rPr>
              <a:t>Barlow Medium</a:t>
            </a:r>
            <a:r>
              <a:rPr lang="en-CA" sz="1200" dirty="0">
                <a:solidFill>
                  <a:schemeClr val="bg1"/>
                </a:solidFill>
                <a:latin typeface="+mn-lt"/>
              </a:rPr>
              <a:t>” font for the presentation title.</a:t>
            </a:r>
            <a:br>
              <a:rPr lang="en-CA" sz="1200" dirty="0">
                <a:solidFill>
                  <a:schemeClr val="bg1"/>
                </a:solidFill>
                <a:latin typeface="+mn-lt"/>
              </a:rPr>
            </a:br>
            <a:br>
              <a:rPr lang="en-CA" sz="1200" dirty="0">
                <a:solidFill>
                  <a:schemeClr val="bg1"/>
                </a:solidFill>
                <a:latin typeface="+mn-lt"/>
              </a:rPr>
            </a:br>
            <a:r>
              <a:rPr lang="en-CA" sz="1200" dirty="0">
                <a:solidFill>
                  <a:schemeClr val="bg1"/>
                </a:solidFill>
                <a:latin typeface="+mn-lt"/>
              </a:rPr>
              <a:t>If the title is longer than three lines, font size may be reduced but no less than 36 pt. and needs to fit within the title text container. </a:t>
            </a:r>
          </a:p>
          <a:p>
            <a:pPr algn="l" defTabSz="457200">
              <a:spcBef>
                <a:spcPts val="600"/>
              </a:spcBef>
              <a:spcAft>
                <a:spcPts val="800"/>
              </a:spcAft>
              <a:buClr>
                <a:schemeClr val="accent1"/>
              </a:buClr>
              <a:buSzPct val="70000"/>
            </a:pPr>
            <a:r>
              <a:rPr lang="en-CA" sz="1200" dirty="0">
                <a:solidFill>
                  <a:schemeClr val="bg1"/>
                </a:solidFill>
              </a:rPr>
              <a:t>DO NOT reposition or alter the text containers.</a:t>
            </a:r>
            <a:endParaRPr lang="en-US" sz="1200" dirty="0">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135483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22CDF-8700-E4C7-84B1-ABD1A41ED7D4}"/>
              </a:ext>
            </a:extLst>
          </p:cNvPr>
          <p:cNvSpPr>
            <a:spLocks noGrp="1"/>
          </p:cNvSpPr>
          <p:nvPr>
            <p:ph type="title"/>
          </p:nvPr>
        </p:nvSpPr>
        <p:spPr/>
        <p:txBody>
          <a:bodyPr/>
          <a:lstStyle/>
          <a:p>
            <a:r>
              <a:rPr lang="en-US" dirty="0"/>
              <a:t>Guidelines &amp; Best Practice</a:t>
            </a:r>
          </a:p>
        </p:txBody>
      </p:sp>
      <p:sp>
        <p:nvSpPr>
          <p:cNvPr id="3" name="Content Placeholder 2">
            <a:extLst>
              <a:ext uri="{FF2B5EF4-FFF2-40B4-BE49-F238E27FC236}">
                <a16:creationId xmlns:a16="http://schemas.microsoft.com/office/drawing/2014/main" id="{146A32AB-83B2-57C9-86CB-46D03E9D0695}"/>
              </a:ext>
            </a:extLst>
          </p:cNvPr>
          <p:cNvSpPr>
            <a:spLocks noGrp="1"/>
          </p:cNvSpPr>
          <p:nvPr>
            <p:ph idx="10"/>
          </p:nvPr>
        </p:nvSpPr>
        <p:spPr/>
        <p:txBody>
          <a:bodyPr/>
          <a:lstStyle/>
          <a:p>
            <a:pPr>
              <a:spcAft>
                <a:spcPts val="1800"/>
              </a:spcAft>
            </a:pPr>
            <a:r>
              <a:rPr lang="en-US" sz="1300" dirty="0">
                <a:latin typeface="+mn-lt"/>
              </a:rPr>
              <a:t>This template should be used for everyday project and business needs. </a:t>
            </a:r>
            <a:r>
              <a:rPr lang="en-US" sz="1300" b="1" dirty="0">
                <a:latin typeface="+mn-lt"/>
              </a:rPr>
              <a:t>DO NOT </a:t>
            </a:r>
            <a:r>
              <a:rPr lang="en-US" sz="1300" dirty="0">
                <a:latin typeface="+mn-lt"/>
              </a:rPr>
              <a:t>use this template for the creation of presentations for trade shows, events, or town hall meetings including keynote presentations. A separate presentation template is available for such needs.</a:t>
            </a:r>
          </a:p>
          <a:p>
            <a:pPr>
              <a:spcAft>
                <a:spcPts val="1800"/>
              </a:spcAft>
            </a:pPr>
            <a:r>
              <a:rPr lang="en-US" sz="1300" dirty="0">
                <a:latin typeface="+mn-lt"/>
              </a:rPr>
              <a:t>As a best practice it is recommended </a:t>
            </a:r>
            <a:r>
              <a:rPr lang="en-CA" sz="1300" b="0" i="0" dirty="0">
                <a:effectLst/>
                <a:latin typeface="+mn-lt"/>
              </a:rPr>
              <a:t>to not have more than 10 slides</a:t>
            </a:r>
            <a:r>
              <a:rPr lang="en-CA" sz="1300" dirty="0">
                <a:latin typeface="+mn-lt"/>
              </a:rPr>
              <a:t> </a:t>
            </a:r>
            <a:r>
              <a:rPr lang="en-CA" sz="1300" b="0" i="0" dirty="0">
                <a:effectLst/>
                <a:latin typeface="+mn-lt"/>
              </a:rPr>
              <a:t>and a presentation that is no longer than 20 minutes</a:t>
            </a:r>
            <a:r>
              <a:rPr lang="en-CA" sz="1300" dirty="0">
                <a:latin typeface="+mn-lt"/>
              </a:rPr>
              <a:t>. </a:t>
            </a:r>
            <a:r>
              <a:rPr lang="en-CA" sz="1300" b="0" i="0" dirty="0">
                <a:effectLst/>
                <a:latin typeface="+mn-lt"/>
              </a:rPr>
              <a:t>While it may not always be possible, the more succinct a presentation, the more successful it will be.</a:t>
            </a:r>
          </a:p>
          <a:p>
            <a:pPr>
              <a:spcAft>
                <a:spcPts val="1800"/>
              </a:spcAft>
            </a:pPr>
            <a:r>
              <a:rPr lang="en-CA" sz="1300" i="0" dirty="0">
                <a:effectLst/>
                <a:latin typeface="+mn-lt"/>
              </a:rPr>
              <a:t>This template provides a mix of light and dark backgrounds. It is encouraged to predominantly use the light background and reserve the blue/dark blue background for key messages, call outs, larg</a:t>
            </a:r>
            <a:r>
              <a:rPr lang="en-CA" sz="1300" dirty="0">
                <a:latin typeface="+mn-lt"/>
              </a:rPr>
              <a:t>e data visualizations, or similar.</a:t>
            </a:r>
          </a:p>
          <a:p>
            <a:pPr>
              <a:spcAft>
                <a:spcPts val="1800"/>
              </a:spcAft>
            </a:pPr>
            <a:r>
              <a:rPr lang="en-CA" sz="1300" dirty="0">
                <a:latin typeface="+mn-lt"/>
              </a:rPr>
              <a:t>Always maintain a high contrast between the background color and content/text color. </a:t>
            </a:r>
            <a:r>
              <a:rPr lang="en-CA" sz="1300" b="1" dirty="0">
                <a:latin typeface="+mn-lt"/>
              </a:rPr>
              <a:t>DO NOT </a:t>
            </a:r>
            <a:r>
              <a:rPr lang="en-CA" sz="1300" dirty="0">
                <a:latin typeface="+mn-lt"/>
              </a:rPr>
              <a:t>use colors that are low contrast and will not be accessible. Only use colors in the palette and avoid overuse of different colors.</a:t>
            </a:r>
          </a:p>
          <a:p>
            <a:pPr>
              <a:spcAft>
                <a:spcPts val="1800"/>
              </a:spcAft>
            </a:pPr>
            <a:r>
              <a:rPr lang="en-CA" sz="1300" dirty="0">
                <a:latin typeface="+mn-lt"/>
              </a:rPr>
              <a:t>Avoid creating cluttered or text-heavy presentation slides, which will be difficult for audiences to follow. Eliminate unnecessary text and use clear space to </a:t>
            </a:r>
            <a:r>
              <a:rPr lang="en-CA" sz="1300" b="0" i="0" dirty="0">
                <a:effectLst/>
                <a:latin typeface="+mn-lt"/>
              </a:rPr>
              <a:t>improve the readability and help direct to focal points. </a:t>
            </a:r>
            <a:r>
              <a:rPr lang="en-CA" sz="1300" b="0" i="0" dirty="0" err="1">
                <a:effectLst/>
                <a:latin typeface="+mn-lt"/>
              </a:rPr>
              <a:t>Opt</a:t>
            </a:r>
            <a:r>
              <a:rPr lang="en-CA" sz="1300" b="0" i="0" dirty="0">
                <a:effectLst/>
                <a:latin typeface="+mn-lt"/>
              </a:rPr>
              <a:t> to visualize data through graphs, charts, infographics, or other appropriate visual elements.</a:t>
            </a:r>
          </a:p>
          <a:p>
            <a:pPr>
              <a:spcAft>
                <a:spcPts val="1800"/>
              </a:spcAft>
            </a:pPr>
            <a:r>
              <a:rPr lang="en-US" sz="1300" dirty="0">
                <a:latin typeface="+mn-lt"/>
              </a:rPr>
              <a:t>Always use high quality photographs, images, and graphics, and never use clip art. </a:t>
            </a:r>
            <a:r>
              <a:rPr lang="en-CA" sz="1300" b="0" i="0" dirty="0">
                <a:effectLst/>
                <a:latin typeface="+mn-lt"/>
              </a:rPr>
              <a:t>Make sure that you have copyright permission or license for any images used.</a:t>
            </a:r>
          </a:p>
          <a:p>
            <a:pPr>
              <a:spcAft>
                <a:spcPts val="1800"/>
              </a:spcAft>
            </a:pPr>
            <a:r>
              <a:rPr lang="en-CA" sz="1300" b="0" i="0" dirty="0">
                <a:effectLst/>
                <a:latin typeface="+mn-lt"/>
              </a:rPr>
              <a:t>Avoid sound effects, distracting backgrounds, or gratuitous animations and effects.</a:t>
            </a:r>
          </a:p>
        </p:txBody>
      </p:sp>
      <p:sp>
        <p:nvSpPr>
          <p:cNvPr id="4" name="Footer Placeholder 3">
            <a:extLst>
              <a:ext uri="{FF2B5EF4-FFF2-40B4-BE49-F238E27FC236}">
                <a16:creationId xmlns:a16="http://schemas.microsoft.com/office/drawing/2014/main" id="{EB9B3ED2-C551-1F25-680F-804DDA29D8CF}"/>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6294A522-2451-D15F-B6CA-604CF4869535}"/>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dirty="0"/>
          </a:p>
        </p:txBody>
      </p:sp>
    </p:spTree>
    <p:extLst>
      <p:ext uri="{BB962C8B-B14F-4D97-AF65-F5344CB8AC3E}">
        <p14:creationId xmlns:p14="http://schemas.microsoft.com/office/powerpoint/2010/main" val="423732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8D9139-57AA-1BCB-05A3-456556019F9C}"/>
              </a:ext>
            </a:extLst>
          </p:cNvPr>
          <p:cNvSpPr>
            <a:spLocks noGrp="1"/>
          </p:cNvSpPr>
          <p:nvPr>
            <p:ph idx="10"/>
          </p:nvPr>
        </p:nvSpPr>
        <p:spPr/>
        <p:txBody>
          <a:bodyPr/>
          <a:lstStyle/>
          <a:p>
            <a:pPr marL="0" lvl="1">
              <a:spcAft>
                <a:spcPts val="1000"/>
              </a:spcAft>
              <a:buNone/>
            </a:pPr>
            <a:r>
              <a:rPr lang="en-US" sz="1300" b="1" dirty="0">
                <a:solidFill>
                  <a:schemeClr val="tx2"/>
                </a:solidFill>
              </a:rPr>
              <a:t>How do I convert old PPT files to the new template?</a:t>
            </a:r>
          </a:p>
          <a:p>
            <a:pPr>
              <a:spcBef>
                <a:spcPts val="0"/>
              </a:spcBef>
            </a:pPr>
            <a:r>
              <a:rPr lang="en-US" sz="1300" b="1" u="sng" dirty="0"/>
              <a:t>Method One</a:t>
            </a:r>
          </a:p>
          <a:p>
            <a:pPr marL="177800" lvl="1" indent="-166688"/>
            <a:r>
              <a:rPr lang="en-US" sz="1300" dirty="0"/>
              <a:t>To directly update an existing template, click on </a:t>
            </a:r>
            <a:r>
              <a:rPr lang="en-US" sz="1300" b="1" dirty="0"/>
              <a:t>Design</a:t>
            </a:r>
            <a:r>
              <a:rPr lang="en-US" sz="1300" dirty="0"/>
              <a:t> in the menu bar. Click the arrow on the bottom right-hand side of the template thumbnails.</a:t>
            </a:r>
          </a:p>
          <a:p>
            <a:pPr marL="177800" lvl="1" indent="-166688"/>
            <a:r>
              <a:rPr lang="en-US" sz="1300" dirty="0"/>
              <a:t>Select </a:t>
            </a:r>
            <a:r>
              <a:rPr lang="en-US" sz="1300" b="1" dirty="0"/>
              <a:t>Browse for Themes …</a:t>
            </a:r>
            <a:r>
              <a:rPr lang="en-US" sz="1300" dirty="0"/>
              <a:t> Navigate to and select the new template. Select </a:t>
            </a:r>
            <a:r>
              <a:rPr lang="en-US" sz="1300" b="1" dirty="0"/>
              <a:t>Open</a:t>
            </a:r>
            <a:r>
              <a:rPr lang="en-US" sz="1300" dirty="0"/>
              <a:t>. </a:t>
            </a:r>
          </a:p>
          <a:p>
            <a:pPr marL="177800" lvl="1" indent="-166688">
              <a:spcAft>
                <a:spcPts val="1800"/>
              </a:spcAft>
            </a:pPr>
            <a:r>
              <a:rPr lang="en-US" sz="1300" dirty="0"/>
              <a:t>To resolve most formatting issues: select the slides, right-click, and select </a:t>
            </a:r>
            <a:r>
              <a:rPr lang="en-US" sz="1300" b="1" dirty="0"/>
              <a:t>Reset Slide</a:t>
            </a:r>
            <a:r>
              <a:rPr lang="en-US" sz="1300" dirty="0"/>
              <a:t>. </a:t>
            </a:r>
          </a:p>
          <a:p>
            <a:r>
              <a:rPr lang="en-US" sz="1300" b="1" u="sng" dirty="0"/>
              <a:t>Method Two</a:t>
            </a:r>
          </a:p>
          <a:p>
            <a:pPr marL="177800" lvl="1" indent="-166688"/>
            <a:r>
              <a:rPr lang="en-US" sz="1300" dirty="0"/>
              <a:t>You may also open a new PPT using the current template and import slides by going to </a:t>
            </a:r>
            <a:r>
              <a:rPr lang="en-US" sz="1300" b="1" dirty="0"/>
              <a:t>Home </a:t>
            </a:r>
            <a:r>
              <a:rPr lang="en-US" sz="1300" dirty="0"/>
              <a:t>&gt; </a:t>
            </a:r>
            <a:r>
              <a:rPr lang="en-US" sz="1300" b="1" dirty="0"/>
              <a:t>Reuse Slides</a:t>
            </a:r>
            <a:r>
              <a:rPr lang="en-US" sz="1300" dirty="0"/>
              <a:t>. From the </a:t>
            </a:r>
            <a:r>
              <a:rPr lang="en-US" sz="1300" b="1" dirty="0"/>
              <a:t>Reuse Slides </a:t>
            </a:r>
            <a:r>
              <a:rPr lang="en-US" sz="1300" dirty="0"/>
              <a:t>panel, browse for the PPT file you wish to use and left-click it. If you want the new template applied, un-check the box </a:t>
            </a:r>
            <a:r>
              <a:rPr lang="en-US" sz="1300" b="1" dirty="0"/>
              <a:t>Use source formatting</a:t>
            </a:r>
            <a:r>
              <a:rPr lang="en-US" sz="1300" dirty="0"/>
              <a:t>.</a:t>
            </a:r>
          </a:p>
          <a:p>
            <a:pPr marL="177800" lvl="1" indent="-166688">
              <a:spcAft>
                <a:spcPts val="1800"/>
              </a:spcAft>
            </a:pPr>
            <a:r>
              <a:rPr lang="en-US" sz="1300" dirty="0"/>
              <a:t>Select the slides you wish to reuse by left-clicking on the image or </a:t>
            </a:r>
            <a:r>
              <a:rPr lang="en-US" sz="1300" b="1" dirty="0"/>
              <a:t>Insert Slide</a:t>
            </a:r>
            <a:r>
              <a:rPr lang="en-US" sz="1300" dirty="0"/>
              <a:t> button. As noted above, you may need to reset slides.</a:t>
            </a:r>
          </a:p>
          <a:p>
            <a:r>
              <a:rPr lang="en-US" sz="1300" b="1" dirty="0"/>
              <a:t>Note: </a:t>
            </a:r>
            <a:r>
              <a:rPr lang="en-US" sz="1300" dirty="0"/>
              <a:t>Either method will take care of most, if not all, of the reformatting for you. However, depending on how your original PPT file was built, you may need to go through slide-by-slide and make corrections to layout or color.</a:t>
            </a:r>
          </a:p>
          <a:p>
            <a:endParaRPr lang="en-US" sz="1300" dirty="0"/>
          </a:p>
        </p:txBody>
      </p:sp>
      <p:sp>
        <p:nvSpPr>
          <p:cNvPr id="3" name="Content Placeholder 2">
            <a:extLst>
              <a:ext uri="{FF2B5EF4-FFF2-40B4-BE49-F238E27FC236}">
                <a16:creationId xmlns:a16="http://schemas.microsoft.com/office/drawing/2014/main" id="{7A9E2B70-893D-3E50-B98B-771A59EDC107}"/>
              </a:ext>
            </a:extLst>
          </p:cNvPr>
          <p:cNvSpPr>
            <a:spLocks noGrp="1"/>
          </p:cNvSpPr>
          <p:nvPr>
            <p:ph idx="11"/>
          </p:nvPr>
        </p:nvSpPr>
        <p:spPr/>
        <p:txBody>
          <a:bodyPr/>
          <a:lstStyle/>
          <a:p>
            <a:pPr>
              <a:spcAft>
                <a:spcPts val="1000"/>
              </a:spcAft>
            </a:pPr>
            <a:r>
              <a:rPr lang="en-CA" sz="1300" b="1" dirty="0">
                <a:solidFill>
                  <a:schemeClr val="tx2"/>
                </a:solidFill>
              </a:rPr>
              <a:t>How do I save the template to my personal Microsoft Templates folder?</a:t>
            </a:r>
          </a:p>
          <a:p>
            <a:pPr>
              <a:spcBef>
                <a:spcPts val="600"/>
              </a:spcBef>
            </a:pPr>
            <a:r>
              <a:rPr lang="en-CA" sz="1300" dirty="0"/>
              <a:t>After opening the template, go to </a:t>
            </a:r>
            <a:r>
              <a:rPr lang="en-CA" sz="1300" b="1" dirty="0"/>
              <a:t>File</a:t>
            </a:r>
            <a:r>
              <a:rPr lang="en-CA" sz="1300" dirty="0"/>
              <a:t> &gt; </a:t>
            </a:r>
            <a:r>
              <a:rPr lang="en-CA" sz="1300" b="1" dirty="0"/>
              <a:t>Save As</a:t>
            </a:r>
            <a:r>
              <a:rPr lang="en-CA" sz="1300" dirty="0"/>
              <a:t>. After selecting a save location, scroll down the list labeled </a:t>
            </a:r>
            <a:r>
              <a:rPr lang="en-CA" sz="1300" b="1" dirty="0"/>
              <a:t>PowerPoint Presentation (*.pptx)</a:t>
            </a:r>
            <a:r>
              <a:rPr lang="en-CA" sz="1300" dirty="0"/>
              <a:t> and choose </a:t>
            </a:r>
            <a:r>
              <a:rPr lang="en-CA" sz="1300" b="1" dirty="0"/>
              <a:t>PowerPoint Template (*.</a:t>
            </a:r>
            <a:r>
              <a:rPr lang="en-CA" sz="1300" b="1" dirty="0" err="1"/>
              <a:t>potx</a:t>
            </a:r>
            <a:r>
              <a:rPr lang="en-CA" sz="1300" b="1" dirty="0"/>
              <a:t>)</a:t>
            </a:r>
            <a:r>
              <a:rPr lang="en-CA" sz="1300" dirty="0"/>
              <a:t>. By default, this will choose your personal Microsoft Templates folder as the save destination. Click </a:t>
            </a:r>
            <a:r>
              <a:rPr lang="en-CA" sz="1300" b="1" dirty="0"/>
              <a:t>Save </a:t>
            </a:r>
            <a:r>
              <a:rPr lang="en-CA" sz="1300" dirty="0"/>
              <a:t>and the template will be available when you go to </a:t>
            </a:r>
            <a:r>
              <a:rPr lang="en-CA" sz="1300" b="1" dirty="0"/>
              <a:t>File </a:t>
            </a:r>
            <a:r>
              <a:rPr lang="en-CA" sz="1300" dirty="0"/>
              <a:t>&gt; </a:t>
            </a:r>
            <a:r>
              <a:rPr lang="en-CA" sz="1300" b="1" dirty="0"/>
              <a:t>New</a:t>
            </a:r>
            <a:r>
              <a:rPr lang="en-CA" sz="1300" dirty="0"/>
              <a:t>. </a:t>
            </a:r>
          </a:p>
          <a:p>
            <a:pPr>
              <a:spcBef>
                <a:spcPts val="600"/>
              </a:spcBef>
            </a:pPr>
            <a:r>
              <a:rPr lang="en-CA" sz="1300" b="1" dirty="0">
                <a:solidFill>
                  <a:schemeClr val="tx2"/>
                </a:solidFill>
              </a:rPr>
              <a:t>How do I change the image on the cover slide or section slide?</a:t>
            </a:r>
          </a:p>
          <a:p>
            <a:pPr marL="9144"/>
            <a:r>
              <a:rPr lang="en-CA" sz="1300" dirty="0"/>
              <a:t>Replace with an image from the Brand Image Library PowerPoint </a:t>
            </a:r>
            <a:br>
              <a:rPr lang="en-CA" sz="1300" dirty="0"/>
            </a:br>
            <a:r>
              <a:rPr lang="en-CA" sz="1300" dirty="0"/>
              <a:t>(available on the Brand Hub):</a:t>
            </a:r>
          </a:p>
          <a:p>
            <a:pPr marL="287338" lvl="1" indent="-147638"/>
            <a:r>
              <a:rPr lang="en-CA" sz="1100" dirty="0"/>
              <a:t>From the </a:t>
            </a:r>
            <a:r>
              <a:rPr lang="en-CA" sz="1100" b="1" dirty="0"/>
              <a:t>Brand Image Library PPT</a:t>
            </a:r>
            <a:r>
              <a:rPr lang="en-CA" sz="1100" dirty="0"/>
              <a:t>, select and copy the image you want to use.</a:t>
            </a:r>
          </a:p>
          <a:p>
            <a:pPr marL="287338" lvl="1" indent="-147638"/>
            <a:r>
              <a:rPr lang="en-CA" sz="1100" dirty="0"/>
              <a:t>Click on the </a:t>
            </a:r>
            <a:r>
              <a:rPr lang="en-CA" sz="1100" b="1" dirty="0"/>
              <a:t>View</a:t>
            </a:r>
            <a:r>
              <a:rPr lang="en-CA" sz="1100" dirty="0"/>
              <a:t> ribbon and select </a:t>
            </a:r>
            <a:r>
              <a:rPr lang="en-CA" sz="1100" b="1" dirty="0"/>
              <a:t>Slide Master</a:t>
            </a:r>
            <a:r>
              <a:rPr lang="en-CA" sz="1100" dirty="0"/>
              <a:t>. Select either the cover or selection slide master. Delete the old image.</a:t>
            </a:r>
          </a:p>
          <a:p>
            <a:pPr marL="287338" lvl="1" indent="-147638"/>
            <a:r>
              <a:rPr lang="en-CA" sz="1100" dirty="0"/>
              <a:t>Paste the new image from the image library. Right-click and select “Send to Back.”</a:t>
            </a:r>
          </a:p>
          <a:p>
            <a:pPr>
              <a:spcBef>
                <a:spcPts val="600"/>
              </a:spcBef>
            </a:pPr>
            <a:r>
              <a:rPr lang="en-CA" sz="1300" dirty="0"/>
              <a:t>You may also replace the image with a brand approved image that meets ADI’s photography guidance in the ADI Brand Guidelines (available on the Brand Hub) using the instructions above.</a:t>
            </a:r>
          </a:p>
          <a:p>
            <a:pPr>
              <a:spcBef>
                <a:spcPts val="600"/>
              </a:spcBef>
            </a:pPr>
            <a:r>
              <a:rPr lang="en-CA" sz="1300" dirty="0"/>
              <a:t>The image should cover the entire slide, size 33.87 cm (W) × 19.05 cm (H),</a:t>
            </a:r>
            <a:br>
              <a:rPr lang="en-CA" sz="1300" dirty="0"/>
            </a:br>
            <a:r>
              <a:rPr lang="en-CA" sz="1300" dirty="0"/>
              <a:t>with the focal point toward the right of the slide and not hidden behind the AMP triangle.</a:t>
            </a:r>
          </a:p>
          <a:p>
            <a:endParaRPr lang="en-US" sz="1300" dirty="0"/>
          </a:p>
        </p:txBody>
      </p:sp>
      <p:sp>
        <p:nvSpPr>
          <p:cNvPr id="4" name="Footer Placeholder 3">
            <a:extLst>
              <a:ext uri="{FF2B5EF4-FFF2-40B4-BE49-F238E27FC236}">
                <a16:creationId xmlns:a16="http://schemas.microsoft.com/office/drawing/2014/main" id="{EE5EDC6C-4E7A-3986-84BF-4A8C4BDB5EDB}"/>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4C36D1FE-00F7-0F01-0758-97F12E72B0E8}"/>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dirty="0"/>
          </a:p>
        </p:txBody>
      </p:sp>
      <p:sp>
        <p:nvSpPr>
          <p:cNvPr id="6" name="Title 5">
            <a:extLst>
              <a:ext uri="{FF2B5EF4-FFF2-40B4-BE49-F238E27FC236}">
                <a16:creationId xmlns:a16="http://schemas.microsoft.com/office/drawing/2014/main" id="{8336328F-D111-E8D3-C487-D69864DCD58C}"/>
              </a:ext>
            </a:extLst>
          </p:cNvPr>
          <p:cNvSpPr>
            <a:spLocks noGrp="1"/>
          </p:cNvSpPr>
          <p:nvPr>
            <p:ph type="title"/>
          </p:nvPr>
        </p:nvSpPr>
        <p:spPr/>
        <p:txBody>
          <a:bodyPr/>
          <a:lstStyle/>
          <a:p>
            <a:r>
              <a:rPr lang="en-US" dirty="0"/>
              <a:t>Frequently Asked Questions (PC Users)</a:t>
            </a:r>
          </a:p>
        </p:txBody>
      </p:sp>
    </p:spTree>
    <p:extLst>
      <p:ext uri="{BB962C8B-B14F-4D97-AF65-F5344CB8AC3E}">
        <p14:creationId xmlns:p14="http://schemas.microsoft.com/office/powerpoint/2010/main" val="1909063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8D9139-57AA-1BCB-05A3-456556019F9C}"/>
              </a:ext>
            </a:extLst>
          </p:cNvPr>
          <p:cNvSpPr>
            <a:spLocks noGrp="1"/>
          </p:cNvSpPr>
          <p:nvPr>
            <p:ph idx="10"/>
          </p:nvPr>
        </p:nvSpPr>
        <p:spPr/>
        <p:txBody>
          <a:bodyPr/>
          <a:lstStyle/>
          <a:p>
            <a:pPr marL="0" lvl="1">
              <a:spcAft>
                <a:spcPts val="1000"/>
              </a:spcAft>
              <a:buNone/>
            </a:pPr>
            <a:r>
              <a:rPr lang="en-US" sz="1300" b="1" dirty="0">
                <a:solidFill>
                  <a:schemeClr val="tx2"/>
                </a:solidFill>
              </a:rPr>
              <a:t>How do I convert old PPT files to the new template?</a:t>
            </a:r>
          </a:p>
          <a:p>
            <a:pPr>
              <a:spcBef>
                <a:spcPts val="0"/>
              </a:spcBef>
            </a:pPr>
            <a:r>
              <a:rPr lang="en-US" sz="1300" b="1" u="sng" dirty="0"/>
              <a:t>Method One</a:t>
            </a:r>
          </a:p>
          <a:p>
            <a:pPr marL="177800" lvl="1" indent="-166688"/>
            <a:r>
              <a:rPr lang="en-US" sz="1300" dirty="0"/>
              <a:t>To directly update an existing template, click on </a:t>
            </a:r>
            <a:r>
              <a:rPr lang="en-US" sz="1300" b="1" dirty="0"/>
              <a:t>Design</a:t>
            </a:r>
            <a:r>
              <a:rPr lang="en-US" sz="1300" dirty="0"/>
              <a:t> in the menu bar. Click the arrow on the bottom of the template thumbnails.</a:t>
            </a:r>
          </a:p>
          <a:p>
            <a:pPr marL="177800" lvl="1" indent="-166688"/>
            <a:r>
              <a:rPr lang="en-US" sz="1300" dirty="0"/>
              <a:t>Select </a:t>
            </a:r>
            <a:r>
              <a:rPr lang="en-US" sz="1300" b="1" dirty="0"/>
              <a:t>Browse for Themes …</a:t>
            </a:r>
            <a:r>
              <a:rPr lang="en-US" sz="1300" dirty="0"/>
              <a:t> Navigate to and select the new template. Select </a:t>
            </a:r>
            <a:r>
              <a:rPr lang="en-US" sz="1300" b="1" dirty="0"/>
              <a:t>Apply</a:t>
            </a:r>
            <a:r>
              <a:rPr lang="en-US" sz="1300" dirty="0"/>
              <a:t>. </a:t>
            </a:r>
          </a:p>
          <a:p>
            <a:pPr marL="177800" lvl="1" indent="-166688">
              <a:spcAft>
                <a:spcPts val="1800"/>
              </a:spcAft>
            </a:pPr>
            <a:r>
              <a:rPr lang="en-US" sz="1300" dirty="0"/>
              <a:t>To resolve most formatting issues: select the slides, go to </a:t>
            </a:r>
            <a:r>
              <a:rPr lang="en-US" sz="1300" b="1" dirty="0"/>
              <a:t>Home</a:t>
            </a:r>
            <a:r>
              <a:rPr lang="en-US" sz="1300" dirty="0"/>
              <a:t>, and select </a:t>
            </a:r>
            <a:r>
              <a:rPr lang="en-US" sz="1300" b="1" dirty="0"/>
              <a:t>Reset</a:t>
            </a:r>
            <a:r>
              <a:rPr lang="en-US" sz="1300" dirty="0"/>
              <a:t>. </a:t>
            </a:r>
          </a:p>
          <a:p>
            <a:r>
              <a:rPr lang="en-US" sz="1300" b="1" u="sng" dirty="0"/>
              <a:t>Method Two</a:t>
            </a:r>
          </a:p>
          <a:p>
            <a:pPr marL="177800" lvl="1" indent="-166688"/>
            <a:r>
              <a:rPr lang="en-US" sz="1300" dirty="0"/>
              <a:t>You may also open a new PPT using the current template and import slides by going to </a:t>
            </a:r>
            <a:r>
              <a:rPr lang="en-US" sz="1300" b="1" dirty="0"/>
              <a:t>Home </a:t>
            </a:r>
            <a:r>
              <a:rPr lang="en-US" sz="1300" dirty="0"/>
              <a:t>&gt; </a:t>
            </a:r>
            <a:r>
              <a:rPr lang="en-US" sz="1300" b="1" dirty="0"/>
              <a:t>New Slide </a:t>
            </a:r>
            <a:r>
              <a:rPr lang="en-US" sz="1300" dirty="0"/>
              <a:t>&gt; </a:t>
            </a:r>
            <a:r>
              <a:rPr lang="en-US" sz="1300" b="1" dirty="0"/>
              <a:t>Reuse Slides</a:t>
            </a:r>
            <a:r>
              <a:rPr lang="en-US" sz="1300" dirty="0"/>
              <a:t>. From the </a:t>
            </a:r>
            <a:r>
              <a:rPr lang="en-US" sz="1300" b="1" dirty="0"/>
              <a:t>Reuse Slides </a:t>
            </a:r>
            <a:r>
              <a:rPr lang="en-US" sz="1300" dirty="0"/>
              <a:t>panel, browse for the PPT file you wish to use and select </a:t>
            </a:r>
            <a:r>
              <a:rPr lang="en-US" sz="1300" b="1" dirty="0"/>
              <a:t>OK</a:t>
            </a:r>
            <a:r>
              <a:rPr lang="en-US" sz="1300" dirty="0"/>
              <a:t>.</a:t>
            </a:r>
          </a:p>
          <a:p>
            <a:pPr marL="177800" lvl="1" indent="-166688">
              <a:spcAft>
                <a:spcPts val="1800"/>
              </a:spcAft>
            </a:pPr>
            <a:r>
              <a:rPr lang="en-US" sz="1300" dirty="0"/>
              <a:t>Select the slides you wish to reuse, right-click, and select </a:t>
            </a:r>
            <a:r>
              <a:rPr lang="en-US" sz="1300" b="1" dirty="0"/>
              <a:t>Insert Slides</a:t>
            </a:r>
            <a:r>
              <a:rPr lang="en-US" sz="1300" dirty="0"/>
              <a:t>. The new theme will be automatically applied. As noted above, you may need to reset slides.</a:t>
            </a:r>
          </a:p>
          <a:p>
            <a:r>
              <a:rPr lang="en-US" sz="1300" b="1" dirty="0"/>
              <a:t>Note: </a:t>
            </a:r>
            <a:r>
              <a:rPr lang="en-US" sz="1300" dirty="0"/>
              <a:t>Either method will take care of most, if not all, of the reformatting for you. However, depending on how your original PPT file was built, you may need to go through slide-by-slide and make corrections to layout or color.</a:t>
            </a:r>
          </a:p>
          <a:p>
            <a:endParaRPr lang="en-US" sz="1300" dirty="0"/>
          </a:p>
        </p:txBody>
      </p:sp>
      <p:sp>
        <p:nvSpPr>
          <p:cNvPr id="3" name="Content Placeholder 2">
            <a:extLst>
              <a:ext uri="{FF2B5EF4-FFF2-40B4-BE49-F238E27FC236}">
                <a16:creationId xmlns:a16="http://schemas.microsoft.com/office/drawing/2014/main" id="{7A9E2B70-893D-3E50-B98B-771A59EDC107}"/>
              </a:ext>
            </a:extLst>
          </p:cNvPr>
          <p:cNvSpPr>
            <a:spLocks noGrp="1"/>
          </p:cNvSpPr>
          <p:nvPr>
            <p:ph idx="11"/>
          </p:nvPr>
        </p:nvSpPr>
        <p:spPr/>
        <p:txBody>
          <a:bodyPr/>
          <a:lstStyle/>
          <a:p>
            <a:pPr>
              <a:spcAft>
                <a:spcPts val="1000"/>
              </a:spcAft>
            </a:pPr>
            <a:r>
              <a:rPr lang="en-CA" sz="1300" b="1" dirty="0">
                <a:solidFill>
                  <a:schemeClr val="tx2"/>
                </a:solidFill>
              </a:rPr>
              <a:t>How do I save the template to my personal Microsoft Templates folder?</a:t>
            </a:r>
          </a:p>
          <a:p>
            <a:pPr>
              <a:spcAft>
                <a:spcPts val="2400"/>
              </a:spcAft>
            </a:pPr>
            <a:r>
              <a:rPr lang="en-CA" sz="1300" dirty="0"/>
              <a:t>After opening the template, go to </a:t>
            </a:r>
            <a:r>
              <a:rPr lang="en-CA" sz="1300" b="1" dirty="0"/>
              <a:t>File</a:t>
            </a:r>
            <a:r>
              <a:rPr lang="en-CA" sz="1300" dirty="0"/>
              <a:t> &gt; </a:t>
            </a:r>
            <a:r>
              <a:rPr lang="en-CA" sz="1300" b="1" dirty="0"/>
              <a:t>Save as Template</a:t>
            </a:r>
            <a:r>
              <a:rPr lang="en-CA" sz="1300" dirty="0"/>
              <a:t>. By default, </a:t>
            </a:r>
            <a:br>
              <a:rPr lang="en-CA" sz="1300" dirty="0"/>
            </a:br>
            <a:r>
              <a:rPr lang="en-CA" sz="1300" dirty="0"/>
              <a:t>this will choose your personal Microsoft Templates folder as the save destination. Click </a:t>
            </a:r>
            <a:r>
              <a:rPr lang="en-CA" sz="1300" b="1" dirty="0"/>
              <a:t>Save </a:t>
            </a:r>
            <a:r>
              <a:rPr lang="en-CA" sz="1300" dirty="0"/>
              <a:t>and the template will be available when you go </a:t>
            </a:r>
            <a:br>
              <a:rPr lang="en-CA" sz="1300" dirty="0"/>
            </a:br>
            <a:r>
              <a:rPr lang="en-CA" sz="1300" dirty="0"/>
              <a:t>to </a:t>
            </a:r>
            <a:r>
              <a:rPr lang="en-CA" sz="1300" b="1" dirty="0"/>
              <a:t>File </a:t>
            </a:r>
            <a:r>
              <a:rPr lang="en-CA" sz="1300" dirty="0"/>
              <a:t>&gt; </a:t>
            </a:r>
            <a:r>
              <a:rPr lang="en-CA" sz="1300" b="1" dirty="0"/>
              <a:t>New from Template</a:t>
            </a:r>
            <a:r>
              <a:rPr lang="en-CA" sz="1300" dirty="0"/>
              <a:t>. </a:t>
            </a:r>
          </a:p>
          <a:p>
            <a:pPr>
              <a:spcAft>
                <a:spcPts val="1000"/>
              </a:spcAft>
            </a:pPr>
            <a:r>
              <a:rPr lang="en-CA" sz="1300" b="1" dirty="0">
                <a:solidFill>
                  <a:schemeClr val="tx2"/>
                </a:solidFill>
              </a:rPr>
              <a:t>How do I change the image on the cover slide or section slide?</a:t>
            </a:r>
          </a:p>
          <a:p>
            <a:pPr marL="9144"/>
            <a:r>
              <a:rPr lang="en-CA" sz="1300" dirty="0"/>
              <a:t>Replace with an image from the Brand Image Library PowerPoint </a:t>
            </a:r>
            <a:br>
              <a:rPr lang="en-CA" sz="1300" dirty="0"/>
            </a:br>
            <a:r>
              <a:rPr lang="en-CA" sz="1300" dirty="0"/>
              <a:t>(available on the Brand Hub):</a:t>
            </a:r>
          </a:p>
          <a:p>
            <a:pPr marL="287338" lvl="1" indent="-147638"/>
            <a:r>
              <a:rPr lang="en-CA" sz="1100" dirty="0"/>
              <a:t>From the </a:t>
            </a:r>
            <a:r>
              <a:rPr lang="en-CA" sz="1100" b="1" dirty="0"/>
              <a:t>Brand Image Library PPT</a:t>
            </a:r>
            <a:r>
              <a:rPr lang="en-CA" sz="1100" dirty="0"/>
              <a:t>, select and copy the image you want to use.</a:t>
            </a:r>
          </a:p>
          <a:p>
            <a:pPr marL="287338" lvl="1" indent="-147638"/>
            <a:r>
              <a:rPr lang="en-CA" sz="1100" dirty="0"/>
              <a:t>Click on the </a:t>
            </a:r>
            <a:r>
              <a:rPr lang="en-CA" sz="1100" b="1" dirty="0"/>
              <a:t>View</a:t>
            </a:r>
            <a:r>
              <a:rPr lang="en-CA" sz="1100" dirty="0"/>
              <a:t> ribbon and select </a:t>
            </a:r>
            <a:r>
              <a:rPr lang="en-CA" sz="1100" b="1" dirty="0"/>
              <a:t>Slide Master</a:t>
            </a:r>
            <a:r>
              <a:rPr lang="en-CA" sz="1100" dirty="0"/>
              <a:t>. Select either the cover or selection slide master. Delete the old image.</a:t>
            </a:r>
          </a:p>
          <a:p>
            <a:pPr marL="287338" lvl="1" indent="-147638"/>
            <a:r>
              <a:rPr lang="en-CA" sz="1100" dirty="0"/>
              <a:t>Paste the new image from the image library. Right-click and select “Send to Back.”</a:t>
            </a:r>
          </a:p>
          <a:p>
            <a:pPr>
              <a:spcBef>
                <a:spcPts val="600"/>
              </a:spcBef>
            </a:pPr>
            <a:r>
              <a:rPr lang="en-CA" sz="1300" dirty="0"/>
              <a:t>You may also replace the image with a brand approved image that meets ADI’s photography guidance in the ADI Brand Guidelines (available on the Brand Hub) using the instructions above.</a:t>
            </a:r>
          </a:p>
          <a:p>
            <a:pPr>
              <a:spcBef>
                <a:spcPts val="600"/>
              </a:spcBef>
            </a:pPr>
            <a:r>
              <a:rPr lang="en-CA" sz="1300" dirty="0"/>
              <a:t>The image should cover the entire slide, size 33.87 cm (W) × 19.05 cm (H),</a:t>
            </a:r>
            <a:br>
              <a:rPr lang="en-CA" sz="1300" dirty="0"/>
            </a:br>
            <a:r>
              <a:rPr lang="en-CA" sz="1300" dirty="0"/>
              <a:t>with the focal point toward the right of the slide and not hidden behind the amp triangle.</a:t>
            </a:r>
          </a:p>
          <a:p>
            <a:endParaRPr lang="en-US" sz="1300" dirty="0"/>
          </a:p>
        </p:txBody>
      </p:sp>
      <p:sp>
        <p:nvSpPr>
          <p:cNvPr id="4" name="Footer Placeholder 3">
            <a:extLst>
              <a:ext uri="{FF2B5EF4-FFF2-40B4-BE49-F238E27FC236}">
                <a16:creationId xmlns:a16="http://schemas.microsoft.com/office/drawing/2014/main" id="{EE5EDC6C-4E7A-3986-84BF-4A8C4BDB5EDB}"/>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4C36D1FE-00F7-0F01-0758-97F12E72B0E8}"/>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dirty="0"/>
          </a:p>
        </p:txBody>
      </p:sp>
      <p:sp>
        <p:nvSpPr>
          <p:cNvPr id="6" name="Title 5">
            <a:extLst>
              <a:ext uri="{FF2B5EF4-FFF2-40B4-BE49-F238E27FC236}">
                <a16:creationId xmlns:a16="http://schemas.microsoft.com/office/drawing/2014/main" id="{8336328F-D111-E8D3-C487-D69864DCD58C}"/>
              </a:ext>
            </a:extLst>
          </p:cNvPr>
          <p:cNvSpPr>
            <a:spLocks noGrp="1"/>
          </p:cNvSpPr>
          <p:nvPr>
            <p:ph type="title"/>
          </p:nvPr>
        </p:nvSpPr>
        <p:spPr/>
        <p:txBody>
          <a:bodyPr/>
          <a:lstStyle/>
          <a:p>
            <a:r>
              <a:rPr lang="en-US" dirty="0"/>
              <a:t>Frequently Asked Questions (Mac Users)</a:t>
            </a:r>
          </a:p>
        </p:txBody>
      </p:sp>
    </p:spTree>
    <p:extLst>
      <p:ext uri="{BB962C8B-B14F-4D97-AF65-F5344CB8AC3E}">
        <p14:creationId xmlns:p14="http://schemas.microsoft.com/office/powerpoint/2010/main" val="351557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8D9139-57AA-1BCB-05A3-456556019F9C}"/>
              </a:ext>
            </a:extLst>
          </p:cNvPr>
          <p:cNvSpPr>
            <a:spLocks noGrp="1"/>
          </p:cNvSpPr>
          <p:nvPr>
            <p:ph idx="10"/>
          </p:nvPr>
        </p:nvSpPr>
        <p:spPr/>
        <p:txBody>
          <a:bodyPr/>
          <a:lstStyle/>
          <a:p>
            <a:pPr marL="177800" lvl="1" indent="-166688">
              <a:lnSpc>
                <a:spcPct val="100000"/>
              </a:lnSpc>
              <a:spcAft>
                <a:spcPts val="1000"/>
              </a:spcAft>
              <a:buNone/>
            </a:pPr>
            <a:r>
              <a:rPr lang="en-US" sz="1300" b="1" dirty="0">
                <a:solidFill>
                  <a:schemeClr val="tx2"/>
                </a:solidFill>
              </a:rPr>
              <a:t>How do I update older tables to the standard ADI style?</a:t>
            </a:r>
          </a:p>
          <a:p>
            <a:pPr marL="177800" lvl="1" indent="-166688">
              <a:lnSpc>
                <a:spcPct val="100000"/>
              </a:lnSpc>
            </a:pPr>
            <a:r>
              <a:rPr lang="en-US" sz="1300" dirty="0"/>
              <a:t>Select the table you’d like to update. From the menu bar, select </a:t>
            </a:r>
            <a:r>
              <a:rPr lang="en-US" sz="1300" b="1" dirty="0"/>
              <a:t>Table Design</a:t>
            </a:r>
            <a:r>
              <a:rPr lang="en-US" sz="1300" dirty="0"/>
              <a:t>.</a:t>
            </a:r>
          </a:p>
          <a:p>
            <a:pPr marL="177800" lvl="1" indent="-166688">
              <a:lnSpc>
                <a:spcPct val="100000"/>
              </a:lnSpc>
            </a:pPr>
            <a:r>
              <a:rPr lang="en-US" sz="1300" dirty="0"/>
              <a:t>From the </a:t>
            </a:r>
            <a:r>
              <a:rPr lang="en-US" sz="1300" b="1" dirty="0"/>
              <a:t>Table Styles </a:t>
            </a:r>
            <a:r>
              <a:rPr lang="en-US" sz="1300" dirty="0"/>
              <a:t>drop-down box, select one of the preformatted table style options. These all use the approved ADI color palette.</a:t>
            </a:r>
          </a:p>
          <a:p>
            <a:pPr marL="177800" lvl="1" indent="-166688">
              <a:lnSpc>
                <a:spcPct val="100000"/>
              </a:lnSpc>
            </a:pPr>
            <a:r>
              <a:rPr lang="en-US" sz="1300" dirty="0"/>
              <a:t>For consistency, it is suggested that you choose the light blue header options from the second row of the </a:t>
            </a:r>
            <a:r>
              <a:rPr lang="en-US" sz="1300" b="1" dirty="0"/>
              <a:t>Medium </a:t>
            </a:r>
            <a:r>
              <a:rPr lang="en-US" sz="1300" dirty="0"/>
              <a:t>table style group.</a:t>
            </a:r>
          </a:p>
          <a:p>
            <a:pPr marL="177800" lvl="1" indent="-166688">
              <a:lnSpc>
                <a:spcPct val="100000"/>
              </a:lnSpc>
              <a:buNone/>
            </a:pPr>
            <a:br>
              <a:rPr lang="en-US" sz="1300" b="1" dirty="0"/>
            </a:br>
            <a:br>
              <a:rPr lang="en-US" sz="1300" b="1" dirty="0"/>
            </a:br>
            <a:br>
              <a:rPr lang="en-US" sz="1300" b="1" dirty="0"/>
            </a:br>
            <a:br>
              <a:rPr lang="en-US" sz="1300" b="1" dirty="0"/>
            </a:br>
            <a:br>
              <a:rPr lang="en-US" sz="1300" b="1" dirty="0"/>
            </a:br>
            <a:br>
              <a:rPr lang="en-US" sz="1300" b="1" dirty="0"/>
            </a:br>
            <a:br>
              <a:rPr lang="en-US" sz="1300" b="1" dirty="0"/>
            </a:br>
            <a:endParaRPr lang="en-US" sz="1300" b="1" dirty="0"/>
          </a:p>
          <a:p>
            <a:pPr indent="-446088">
              <a:lnSpc>
                <a:spcPct val="100000"/>
              </a:lnSpc>
              <a:spcAft>
                <a:spcPts val="1000"/>
              </a:spcAft>
            </a:pPr>
            <a:br>
              <a:rPr lang="en-US" sz="1500" b="1" dirty="0">
                <a:solidFill>
                  <a:schemeClr val="tx2"/>
                </a:solidFill>
              </a:rPr>
            </a:br>
            <a:r>
              <a:rPr lang="en-US" sz="1300" b="1" dirty="0">
                <a:solidFill>
                  <a:schemeClr val="tx2"/>
                </a:solidFill>
              </a:rPr>
              <a:t>How do I change all fonts to Barlow?</a:t>
            </a:r>
          </a:p>
          <a:p>
            <a:pPr marL="11112" lvl="1" indent="0">
              <a:lnSpc>
                <a:spcPct val="100000"/>
              </a:lnSpc>
              <a:buNone/>
            </a:pPr>
            <a:r>
              <a:rPr lang="en-US" sz="1300" dirty="0"/>
              <a:t>From the </a:t>
            </a:r>
            <a:r>
              <a:rPr lang="en-US" sz="1300" b="1" dirty="0"/>
              <a:t>Home</a:t>
            </a:r>
            <a:r>
              <a:rPr lang="en-US" sz="1300" dirty="0"/>
              <a:t> menu, select </a:t>
            </a:r>
            <a:r>
              <a:rPr lang="en-US" sz="1300" b="1" dirty="0"/>
              <a:t>Replace </a:t>
            </a:r>
            <a:r>
              <a:rPr lang="en-US" sz="1300" dirty="0"/>
              <a:t>&gt; </a:t>
            </a:r>
            <a:r>
              <a:rPr lang="en-US" sz="1300" b="1" dirty="0"/>
              <a:t>Replace Fonts… </a:t>
            </a:r>
            <a:r>
              <a:rPr lang="en-US" sz="1300" dirty="0"/>
              <a:t>Choose the font you want to replace from the </a:t>
            </a:r>
            <a:r>
              <a:rPr lang="en-US" sz="1300" b="1" dirty="0"/>
              <a:t>Replace </a:t>
            </a:r>
            <a:r>
              <a:rPr lang="en-US" sz="1300" dirty="0"/>
              <a:t>dropdown and choose </a:t>
            </a:r>
            <a:r>
              <a:rPr lang="en-US" sz="1300" b="1" dirty="0"/>
              <a:t>Barlow </a:t>
            </a:r>
            <a:r>
              <a:rPr lang="en-US" sz="1300" dirty="0"/>
              <a:t>from the </a:t>
            </a:r>
            <a:r>
              <a:rPr lang="en-US" sz="1300" b="1" dirty="0"/>
              <a:t>With </a:t>
            </a:r>
            <a:r>
              <a:rPr lang="en-US" sz="1300" dirty="0"/>
              <a:t>dropdown.</a:t>
            </a:r>
          </a:p>
        </p:txBody>
      </p:sp>
      <p:sp>
        <p:nvSpPr>
          <p:cNvPr id="3" name="Content Placeholder 2">
            <a:extLst>
              <a:ext uri="{FF2B5EF4-FFF2-40B4-BE49-F238E27FC236}">
                <a16:creationId xmlns:a16="http://schemas.microsoft.com/office/drawing/2014/main" id="{7A9E2B70-893D-3E50-B98B-771A59EDC107}"/>
              </a:ext>
            </a:extLst>
          </p:cNvPr>
          <p:cNvSpPr>
            <a:spLocks noGrp="1"/>
          </p:cNvSpPr>
          <p:nvPr>
            <p:ph idx="11"/>
          </p:nvPr>
        </p:nvSpPr>
        <p:spPr/>
        <p:txBody>
          <a:bodyPr/>
          <a:lstStyle/>
          <a:p>
            <a:pPr marL="176400" lvl="1" indent="-166688">
              <a:lnSpc>
                <a:spcPct val="100000"/>
              </a:lnSpc>
              <a:spcAft>
                <a:spcPts val="1000"/>
              </a:spcAft>
              <a:buNone/>
            </a:pPr>
            <a:r>
              <a:rPr lang="en-US" sz="1300" b="1" dirty="0">
                <a:solidFill>
                  <a:schemeClr val="tx2"/>
                </a:solidFill>
              </a:rPr>
              <a:t>How do I fix broken footers after converting my PPT to the new template?</a:t>
            </a:r>
          </a:p>
          <a:p>
            <a:pPr marL="177800" lvl="1" indent="-166688">
              <a:lnSpc>
                <a:spcPct val="100000"/>
              </a:lnSpc>
            </a:pPr>
            <a:r>
              <a:rPr lang="en-US" sz="1300" dirty="0"/>
              <a:t>If, after taking the steps outlined previously, your page numbers don’t update to the new style or have restyled unexpectedly, start by deleting your old footers.</a:t>
            </a:r>
          </a:p>
          <a:p>
            <a:pPr marL="177800" lvl="1" indent="-166688">
              <a:lnSpc>
                <a:spcPct val="100000"/>
              </a:lnSpc>
            </a:pPr>
            <a:r>
              <a:rPr lang="en-US" sz="1300" dirty="0"/>
              <a:t>Then go to </a:t>
            </a:r>
            <a:r>
              <a:rPr lang="en-US" sz="1300" b="1" dirty="0"/>
              <a:t>Insert</a:t>
            </a:r>
            <a:r>
              <a:rPr lang="en-US" sz="1300" dirty="0"/>
              <a:t> in the menu bar and select </a:t>
            </a:r>
            <a:r>
              <a:rPr lang="en-US" sz="1300" b="1" dirty="0"/>
              <a:t>Header &amp; Footer</a:t>
            </a:r>
            <a:r>
              <a:rPr lang="en-US" sz="1300" dirty="0"/>
              <a:t>.</a:t>
            </a:r>
          </a:p>
          <a:p>
            <a:pPr marL="177800" lvl="1" indent="-166688">
              <a:lnSpc>
                <a:spcPct val="100000"/>
              </a:lnSpc>
            </a:pPr>
            <a:r>
              <a:rPr lang="en-US" sz="1300" dirty="0"/>
              <a:t>Select the options you’d like to include (</a:t>
            </a:r>
            <a:r>
              <a:rPr lang="en-US" sz="1300" b="1" dirty="0"/>
              <a:t>Date and Time</a:t>
            </a:r>
            <a:r>
              <a:rPr lang="en-US" sz="1300" dirty="0"/>
              <a:t>, </a:t>
            </a:r>
            <a:r>
              <a:rPr lang="en-US" sz="1300" b="1" dirty="0"/>
              <a:t>Slide Number</a:t>
            </a:r>
            <a:r>
              <a:rPr lang="en-US" sz="1300" dirty="0"/>
              <a:t>, and </a:t>
            </a:r>
            <a:r>
              <a:rPr lang="en-US" sz="1300" b="1" dirty="0"/>
              <a:t>Footer</a:t>
            </a:r>
            <a:r>
              <a:rPr lang="en-US" sz="1300" dirty="0"/>
              <a:t>). Check the </a:t>
            </a:r>
            <a:r>
              <a:rPr lang="en-US" sz="1300" b="1" dirty="0"/>
              <a:t>Don’t show on title slide </a:t>
            </a:r>
            <a:r>
              <a:rPr lang="en-US" sz="1300" dirty="0"/>
              <a:t>box.</a:t>
            </a:r>
          </a:p>
          <a:p>
            <a:pPr marL="177800" lvl="1" indent="-166688">
              <a:lnSpc>
                <a:spcPct val="100000"/>
              </a:lnSpc>
            </a:pPr>
            <a:r>
              <a:rPr lang="en-US" sz="1300" dirty="0"/>
              <a:t>Select </a:t>
            </a:r>
            <a:r>
              <a:rPr lang="en-US" sz="1300" b="1" dirty="0"/>
              <a:t>Apply to All </a:t>
            </a:r>
            <a:r>
              <a:rPr lang="en-US" sz="1300" dirty="0"/>
              <a:t>to update all slides.</a:t>
            </a:r>
          </a:p>
          <a:p>
            <a:pPr marL="177800" indent="-166688"/>
            <a:endParaRPr lang="en-US" dirty="0"/>
          </a:p>
        </p:txBody>
      </p:sp>
      <p:sp>
        <p:nvSpPr>
          <p:cNvPr id="4" name="Footer Placeholder 3">
            <a:extLst>
              <a:ext uri="{FF2B5EF4-FFF2-40B4-BE49-F238E27FC236}">
                <a16:creationId xmlns:a16="http://schemas.microsoft.com/office/drawing/2014/main" id="{EE5EDC6C-4E7A-3986-84BF-4A8C4BDB5EDB}"/>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4C36D1FE-00F7-0F01-0758-97F12E72B0E8}"/>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dirty="0"/>
          </a:p>
        </p:txBody>
      </p:sp>
      <p:sp>
        <p:nvSpPr>
          <p:cNvPr id="6" name="Title 5">
            <a:extLst>
              <a:ext uri="{FF2B5EF4-FFF2-40B4-BE49-F238E27FC236}">
                <a16:creationId xmlns:a16="http://schemas.microsoft.com/office/drawing/2014/main" id="{8336328F-D111-E8D3-C487-D69864DCD58C}"/>
              </a:ext>
            </a:extLst>
          </p:cNvPr>
          <p:cNvSpPr>
            <a:spLocks noGrp="1"/>
          </p:cNvSpPr>
          <p:nvPr>
            <p:ph type="title"/>
          </p:nvPr>
        </p:nvSpPr>
        <p:spPr/>
        <p:txBody>
          <a:bodyPr/>
          <a:lstStyle/>
          <a:p>
            <a:r>
              <a:rPr lang="en-US" dirty="0"/>
              <a:t>Frequently Asked Questions</a:t>
            </a:r>
          </a:p>
        </p:txBody>
      </p:sp>
      <p:pic>
        <p:nvPicPr>
          <p:cNvPr id="7" name="Picture 6">
            <a:extLst>
              <a:ext uri="{FF2B5EF4-FFF2-40B4-BE49-F238E27FC236}">
                <a16:creationId xmlns:a16="http://schemas.microsoft.com/office/drawing/2014/main" id="{DC0F8F64-72C0-297E-1AE0-2229FF1A070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05159" y="3159289"/>
            <a:ext cx="3086195" cy="1521571"/>
          </a:xfrm>
          <a:prstGeom prst="rect">
            <a:avLst/>
          </a:prstGeom>
          <a:ln w="12700">
            <a:solidFill>
              <a:schemeClr val="bg2"/>
            </a:solidFill>
          </a:ln>
          <a:effectLst>
            <a:outerShdw blurRad="101600" dist="38100" dir="2700000" algn="tl" rotWithShape="0">
              <a:schemeClr val="bg2">
                <a:alpha val="40000"/>
              </a:schemeClr>
            </a:outerShdw>
          </a:effectLst>
        </p:spPr>
      </p:pic>
      <p:pic>
        <p:nvPicPr>
          <p:cNvPr id="8" name="Picture 7">
            <a:extLst>
              <a:ext uri="{FF2B5EF4-FFF2-40B4-BE49-F238E27FC236}">
                <a16:creationId xmlns:a16="http://schemas.microsoft.com/office/drawing/2014/main" id="{7BDFCDE4-6177-7185-68B5-0B68A4C56848}"/>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467787" y="3419373"/>
            <a:ext cx="3773772" cy="2409686"/>
          </a:xfrm>
          <a:prstGeom prst="rect">
            <a:avLst/>
          </a:prstGeom>
          <a:ln w="12700">
            <a:solidFill>
              <a:schemeClr val="bg2"/>
            </a:solidFill>
          </a:ln>
          <a:effectLst>
            <a:outerShdw blurRad="101600" dist="25400" dir="2700000" sx="101000" sy="101000" algn="tl" rotWithShape="0">
              <a:schemeClr val="bg2">
                <a:alpha val="40000"/>
              </a:schemeClr>
            </a:outerShdw>
          </a:effectLst>
        </p:spPr>
      </p:pic>
    </p:spTree>
    <p:extLst>
      <p:ext uri="{BB962C8B-B14F-4D97-AF65-F5344CB8AC3E}">
        <p14:creationId xmlns:p14="http://schemas.microsoft.com/office/powerpoint/2010/main" val="271561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22CDF-8700-E4C7-84B1-ABD1A41ED7D4}"/>
              </a:ext>
            </a:extLst>
          </p:cNvPr>
          <p:cNvSpPr>
            <a:spLocks noGrp="1"/>
          </p:cNvSpPr>
          <p:nvPr>
            <p:ph type="title"/>
          </p:nvPr>
        </p:nvSpPr>
        <p:spPr/>
        <p:txBody>
          <a:bodyPr/>
          <a:lstStyle/>
          <a:p>
            <a:r>
              <a:rPr lang="en-US" dirty="0"/>
              <a:t>Guidelines &amp; Best Practice</a:t>
            </a:r>
          </a:p>
        </p:txBody>
      </p:sp>
      <p:sp>
        <p:nvSpPr>
          <p:cNvPr id="3" name="Content Placeholder 2">
            <a:extLst>
              <a:ext uri="{FF2B5EF4-FFF2-40B4-BE49-F238E27FC236}">
                <a16:creationId xmlns:a16="http://schemas.microsoft.com/office/drawing/2014/main" id="{146A32AB-83B2-57C9-86CB-46D03E9D0695}"/>
              </a:ext>
            </a:extLst>
          </p:cNvPr>
          <p:cNvSpPr>
            <a:spLocks noGrp="1"/>
          </p:cNvSpPr>
          <p:nvPr>
            <p:ph idx="10"/>
          </p:nvPr>
        </p:nvSpPr>
        <p:spPr/>
        <p:txBody>
          <a:bodyPr/>
          <a:lstStyle/>
          <a:p>
            <a:pPr marL="0" lvl="1">
              <a:lnSpc>
                <a:spcPct val="100000"/>
              </a:lnSpc>
              <a:spcAft>
                <a:spcPts val="1800"/>
              </a:spcAft>
              <a:buNone/>
            </a:pPr>
            <a:r>
              <a:rPr lang="en-US" sz="1300" b="1" dirty="0">
                <a:solidFill>
                  <a:schemeClr val="tx2"/>
                </a:solidFill>
              </a:rPr>
              <a:t>How do I change the copyright text in the footer?</a:t>
            </a:r>
          </a:p>
          <a:p>
            <a:pPr marL="177800" lvl="1" indent="-166688">
              <a:lnSpc>
                <a:spcPct val="100000"/>
              </a:lnSpc>
            </a:pPr>
            <a:r>
              <a:rPr lang="en-US" sz="1300" dirty="0"/>
              <a:t>Refer to the table to find the appropriate disclaimer to use in the footer of your presentation. </a:t>
            </a:r>
          </a:p>
          <a:p>
            <a:pPr marL="177800" lvl="1" indent="-166688">
              <a:lnSpc>
                <a:spcPct val="100000"/>
              </a:lnSpc>
            </a:pPr>
            <a:r>
              <a:rPr lang="en-US" sz="1300" dirty="0"/>
              <a:t>Select and copy the appropriate line of footer text in the table below. </a:t>
            </a:r>
          </a:p>
          <a:p>
            <a:pPr marL="177800" lvl="1" indent="-166688">
              <a:lnSpc>
                <a:spcPct val="100000"/>
              </a:lnSpc>
            </a:pPr>
            <a:r>
              <a:rPr lang="en-US" sz="1300" dirty="0"/>
              <a:t>Select the </a:t>
            </a:r>
            <a:r>
              <a:rPr lang="en-US" sz="1300" b="1" dirty="0"/>
              <a:t>Insert</a:t>
            </a:r>
            <a:r>
              <a:rPr lang="en-US" sz="1300" dirty="0"/>
              <a:t> tab and click on </a:t>
            </a:r>
            <a:r>
              <a:rPr lang="en-US" sz="1300" b="1" dirty="0"/>
              <a:t>Header &amp; Footer</a:t>
            </a:r>
            <a:r>
              <a:rPr lang="en-US" sz="1300" dirty="0"/>
              <a:t>. In the text field under </a:t>
            </a:r>
            <a:r>
              <a:rPr lang="en-US" sz="1300" b="1" dirty="0"/>
              <a:t>Footer</a:t>
            </a:r>
            <a:r>
              <a:rPr lang="en-US" sz="1300" dirty="0"/>
              <a:t>, paste the new footer text. Click on </a:t>
            </a:r>
            <a:r>
              <a:rPr lang="en-US" sz="1300" b="1" dirty="0"/>
              <a:t>Apply to All</a:t>
            </a:r>
            <a:r>
              <a:rPr lang="en-US" sz="1300" dirty="0"/>
              <a:t>.</a:t>
            </a:r>
          </a:p>
        </p:txBody>
      </p:sp>
      <p:sp>
        <p:nvSpPr>
          <p:cNvPr id="4" name="Footer Placeholder 3">
            <a:extLst>
              <a:ext uri="{FF2B5EF4-FFF2-40B4-BE49-F238E27FC236}">
                <a16:creationId xmlns:a16="http://schemas.microsoft.com/office/drawing/2014/main" id="{EB9B3ED2-C551-1F25-680F-804DDA29D8CF}"/>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6294A522-2451-D15F-B6CA-604CF4869535}"/>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dirty="0"/>
          </a:p>
        </p:txBody>
      </p:sp>
      <p:graphicFrame>
        <p:nvGraphicFramePr>
          <p:cNvPr id="6" name="Table 5">
            <a:extLst>
              <a:ext uri="{FF2B5EF4-FFF2-40B4-BE49-F238E27FC236}">
                <a16:creationId xmlns:a16="http://schemas.microsoft.com/office/drawing/2014/main" id="{D92D2BEB-402D-C4F1-B1A4-AC126FF7ECA5}"/>
              </a:ext>
            </a:extLst>
          </p:cNvPr>
          <p:cNvGraphicFramePr>
            <a:graphicFrameLocks noGrp="1"/>
          </p:cNvGraphicFramePr>
          <p:nvPr>
            <p:extLst>
              <p:ext uri="{D42A27DB-BD31-4B8C-83A1-F6EECF244321}">
                <p14:modId xmlns:p14="http://schemas.microsoft.com/office/powerpoint/2010/main" val="82350506"/>
              </p:ext>
            </p:extLst>
          </p:nvPr>
        </p:nvGraphicFramePr>
        <p:xfrm>
          <a:off x="419100" y="2749656"/>
          <a:ext cx="11342914" cy="2232711"/>
        </p:xfrm>
        <a:graphic>
          <a:graphicData uri="http://schemas.openxmlformats.org/drawingml/2006/table">
            <a:tbl>
              <a:tblPr firstRow="1" bandRow="1">
                <a:tableStyleId>{5C22544A-7EE6-4342-B048-85BDC9FD1C3A}</a:tableStyleId>
              </a:tblPr>
              <a:tblGrid>
                <a:gridCol w="1377043">
                  <a:extLst>
                    <a:ext uri="{9D8B030D-6E8A-4147-A177-3AD203B41FA5}">
                      <a16:colId xmlns:a16="http://schemas.microsoft.com/office/drawing/2014/main" val="20000"/>
                    </a:ext>
                  </a:extLst>
                </a:gridCol>
                <a:gridCol w="794657">
                  <a:extLst>
                    <a:ext uri="{9D8B030D-6E8A-4147-A177-3AD203B41FA5}">
                      <a16:colId xmlns:a16="http://schemas.microsoft.com/office/drawing/2014/main" val="20002"/>
                    </a:ext>
                  </a:extLst>
                </a:gridCol>
                <a:gridCol w="5491843">
                  <a:extLst>
                    <a:ext uri="{9D8B030D-6E8A-4147-A177-3AD203B41FA5}">
                      <a16:colId xmlns:a16="http://schemas.microsoft.com/office/drawing/2014/main" val="20003"/>
                    </a:ext>
                  </a:extLst>
                </a:gridCol>
                <a:gridCol w="3679371">
                  <a:extLst>
                    <a:ext uri="{9D8B030D-6E8A-4147-A177-3AD203B41FA5}">
                      <a16:colId xmlns:a16="http://schemas.microsoft.com/office/drawing/2014/main" val="20004"/>
                    </a:ext>
                  </a:extLst>
                </a:gridCol>
              </a:tblGrid>
              <a:tr h="364752">
                <a:tc>
                  <a:txBody>
                    <a:bodyPr/>
                    <a:lstStyle/>
                    <a:p>
                      <a:pPr marL="0" marR="0">
                        <a:lnSpc>
                          <a:spcPct val="100000"/>
                        </a:lnSpc>
                        <a:spcBef>
                          <a:spcPts val="600"/>
                        </a:spcBef>
                        <a:spcAft>
                          <a:spcPts val="0"/>
                        </a:spcAft>
                      </a:pPr>
                      <a:r>
                        <a:rPr lang="en-US" sz="1000" b="1" dirty="0">
                          <a:solidFill>
                            <a:schemeClr val="bg1"/>
                          </a:solidFill>
                          <a:effectLst/>
                        </a:rPr>
                        <a:t>Category </a:t>
                      </a:r>
                      <a:endParaRPr lang="en-US" sz="1000" b="1" i="0" dirty="0">
                        <a:solidFill>
                          <a:schemeClr val="bg1"/>
                        </a:solidFill>
                        <a:effectLst/>
                        <a:latin typeface="Barlow SemiBold" pitchFamily="2" charset="77"/>
                        <a:ea typeface="PMingLiU" panose="02020500000000000000" pitchFamily="18" charset="-120"/>
                        <a:cs typeface="Arial" panose="020B0604020202020204" pitchFamily="34" charset="0"/>
                      </a:endParaRPr>
                    </a:p>
                  </a:txBody>
                  <a:tcPr anchor="ctr"/>
                </a:tc>
                <a:tc>
                  <a:txBody>
                    <a:bodyPr/>
                    <a:lstStyle/>
                    <a:p>
                      <a:pPr marL="0" marR="0">
                        <a:lnSpc>
                          <a:spcPct val="100000"/>
                        </a:lnSpc>
                        <a:spcBef>
                          <a:spcPts val="600"/>
                        </a:spcBef>
                        <a:spcAft>
                          <a:spcPts val="0"/>
                        </a:spcAft>
                      </a:pPr>
                      <a:r>
                        <a:rPr lang="en-US" sz="1000" b="1" dirty="0">
                          <a:solidFill>
                            <a:schemeClr val="bg1"/>
                          </a:solidFill>
                          <a:effectLst/>
                        </a:rPr>
                        <a:t>NDA Required?</a:t>
                      </a:r>
                      <a:endParaRPr lang="en-US" sz="1000" b="1" i="0" dirty="0">
                        <a:solidFill>
                          <a:schemeClr val="bg1"/>
                        </a:solidFill>
                        <a:effectLst/>
                        <a:latin typeface="Barlow SemiBold" pitchFamily="2" charset="77"/>
                        <a:ea typeface="PMingLiU" panose="02020500000000000000" pitchFamily="18" charset="-120"/>
                        <a:cs typeface="Arial" panose="020B0604020202020204" pitchFamily="34" charset="0"/>
                      </a:endParaRPr>
                    </a:p>
                  </a:txBody>
                  <a:tcPr anchor="ctr"/>
                </a:tc>
                <a:tc>
                  <a:txBody>
                    <a:bodyPr/>
                    <a:lstStyle/>
                    <a:p>
                      <a:pPr marL="0" marR="0">
                        <a:lnSpc>
                          <a:spcPct val="100000"/>
                        </a:lnSpc>
                        <a:spcBef>
                          <a:spcPts val="600"/>
                        </a:spcBef>
                        <a:spcAft>
                          <a:spcPts val="0"/>
                        </a:spcAft>
                        <a:tabLst>
                          <a:tab pos="769620" algn="ctr"/>
                        </a:tabLst>
                      </a:pPr>
                      <a:r>
                        <a:rPr lang="en-US" sz="1000" b="1" dirty="0">
                          <a:solidFill>
                            <a:schemeClr val="bg1"/>
                          </a:solidFill>
                          <a:effectLst/>
                        </a:rPr>
                        <a:t>Footer	</a:t>
                      </a:r>
                      <a:endParaRPr lang="en-US" sz="1000" b="1" i="0" dirty="0">
                        <a:solidFill>
                          <a:schemeClr val="bg1"/>
                        </a:solidFill>
                        <a:effectLst/>
                        <a:latin typeface="Barlow SemiBold" pitchFamily="2" charset="77"/>
                        <a:ea typeface="PMingLiU" panose="02020500000000000000" pitchFamily="18" charset="-120"/>
                        <a:cs typeface="Arial" panose="020B0604020202020204" pitchFamily="34" charset="0"/>
                      </a:endParaRPr>
                    </a:p>
                  </a:txBody>
                  <a:tcPr anchor="ctr"/>
                </a:tc>
                <a:tc>
                  <a:txBody>
                    <a:bodyPr/>
                    <a:lstStyle/>
                    <a:p>
                      <a:pPr marL="0" marR="0">
                        <a:lnSpc>
                          <a:spcPct val="100000"/>
                        </a:lnSpc>
                        <a:spcBef>
                          <a:spcPts val="600"/>
                        </a:spcBef>
                        <a:spcAft>
                          <a:spcPts val="0"/>
                        </a:spcAft>
                      </a:pPr>
                      <a:r>
                        <a:rPr lang="en-US" sz="1000" b="1" dirty="0">
                          <a:solidFill>
                            <a:schemeClr val="bg1"/>
                          </a:solidFill>
                          <a:effectLst/>
                        </a:rPr>
                        <a:t>Examples*</a:t>
                      </a:r>
                      <a:endParaRPr lang="en-US" sz="1000" b="1" i="0" dirty="0">
                        <a:solidFill>
                          <a:schemeClr val="bg1"/>
                        </a:solidFill>
                        <a:effectLst/>
                        <a:latin typeface="Barlow SemiBold" pitchFamily="2" charset="77"/>
                        <a:ea typeface="PMingLiU" panose="02020500000000000000" pitchFamily="18" charset="-120"/>
                        <a:cs typeface="Arial" panose="020B0604020202020204" pitchFamily="34" charset="0"/>
                      </a:endParaRPr>
                    </a:p>
                  </a:txBody>
                  <a:tcPr anchor="ctr"/>
                </a:tc>
                <a:extLst>
                  <a:ext uri="{0D108BD9-81ED-4DB2-BD59-A6C34878D82A}">
                    <a16:rowId xmlns:a16="http://schemas.microsoft.com/office/drawing/2014/main" val="10000"/>
                  </a:ext>
                </a:extLst>
              </a:tr>
              <a:tr h="586791">
                <a:tc>
                  <a:txBody>
                    <a:bodyPr/>
                    <a:lstStyle/>
                    <a:p>
                      <a:pPr marL="0" marR="0">
                        <a:lnSpc>
                          <a:spcPct val="100000"/>
                        </a:lnSpc>
                        <a:spcBef>
                          <a:spcPts val="600"/>
                        </a:spcBef>
                        <a:spcAft>
                          <a:spcPts val="0"/>
                        </a:spcAft>
                      </a:pPr>
                      <a:r>
                        <a:rPr lang="en-US" sz="1000" b="1" dirty="0">
                          <a:solidFill>
                            <a:schemeClr val="tx1"/>
                          </a:solidFill>
                          <a:effectLst/>
                        </a:rPr>
                        <a:t>Public</a:t>
                      </a:r>
                      <a:br>
                        <a:rPr lang="en-US" sz="1000" dirty="0">
                          <a:solidFill>
                            <a:schemeClr val="tx1"/>
                          </a:solidFill>
                          <a:effectLst/>
                        </a:rPr>
                      </a:br>
                      <a:r>
                        <a:rPr lang="en-US" sz="1000" b="0" dirty="0">
                          <a:solidFill>
                            <a:schemeClr val="tx1"/>
                          </a:solidFill>
                          <a:effectLst/>
                        </a:rPr>
                        <a:t>(General public)</a:t>
                      </a:r>
                      <a:endParaRPr lang="en-US" sz="1000" b="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tc>
                  <a:txBody>
                    <a:bodyPr/>
                    <a:lstStyle/>
                    <a:p>
                      <a:pPr marL="0" marR="0">
                        <a:lnSpc>
                          <a:spcPct val="100000"/>
                        </a:lnSpc>
                        <a:spcBef>
                          <a:spcPts val="600"/>
                        </a:spcBef>
                        <a:spcAft>
                          <a:spcPts val="0"/>
                        </a:spcAft>
                      </a:pPr>
                      <a:r>
                        <a:rPr lang="en-US" sz="1000" dirty="0">
                          <a:solidFill>
                            <a:schemeClr val="tx1"/>
                          </a:solidFill>
                          <a:effectLst/>
                        </a:rPr>
                        <a:t>No </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tc>
                  <a:txBody>
                    <a:bodyPr/>
                    <a:lstStyle/>
                    <a:p>
                      <a:pPr marL="0" marR="0" algn="l" defTabSz="914400" rtl="0" eaLnBrk="1" latinLnBrk="0" hangingPunct="1">
                        <a:lnSpc>
                          <a:spcPct val="90000"/>
                        </a:lnSpc>
                        <a:spcBef>
                          <a:spcPts val="600"/>
                        </a:spcBef>
                        <a:spcAft>
                          <a:spcPts val="0"/>
                        </a:spcAft>
                      </a:pPr>
                      <a:r>
                        <a:rPr lang="en-US" sz="800" b="0" kern="1200" dirty="0">
                          <a:solidFill>
                            <a:schemeClr val="tx1"/>
                          </a:solidFill>
                        </a:rPr>
                        <a:t>©2025 Analog Devices, Inc. All Rights Reserved. </a:t>
                      </a:r>
                      <a:endParaRPr lang="en-US" sz="800" b="0" i="0" kern="1200" dirty="0">
                        <a:solidFill>
                          <a:schemeClr val="tx1"/>
                        </a:solidFill>
                        <a:latin typeface="Arial" panose="020B0604020202020204" pitchFamily="34" charset="0"/>
                        <a:ea typeface="+mn-ea"/>
                        <a:cs typeface="Arial" panose="020B0604020202020204" pitchFamily="34" charset="0"/>
                      </a:endParaRPr>
                    </a:p>
                  </a:txBody>
                  <a:tcPr anchor="ctr">
                    <a:solidFill>
                      <a:srgbClr val="D8D9DF"/>
                    </a:solidFill>
                  </a:tcPr>
                </a:tc>
                <a:tc>
                  <a:txBody>
                    <a:bodyPr/>
                    <a:lstStyle/>
                    <a:p>
                      <a:pPr marL="0" marR="0">
                        <a:lnSpc>
                          <a:spcPct val="100000"/>
                        </a:lnSpc>
                        <a:spcBef>
                          <a:spcPts val="600"/>
                        </a:spcBef>
                        <a:spcAft>
                          <a:spcPts val="0"/>
                        </a:spcAft>
                      </a:pPr>
                      <a:r>
                        <a:rPr lang="en-US" sz="1000" dirty="0">
                          <a:solidFill>
                            <a:schemeClr val="tx1"/>
                          </a:solidFill>
                          <a:effectLst/>
                        </a:rPr>
                        <a:t>Press releases, product announcements, product data sheets, training materials found on </a:t>
                      </a:r>
                      <a:r>
                        <a:rPr lang="en-US" sz="1000" dirty="0" err="1">
                          <a:solidFill>
                            <a:schemeClr val="tx1"/>
                          </a:solidFill>
                          <a:effectLst/>
                        </a:rPr>
                        <a:t>analog.com</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extLst>
                  <a:ext uri="{0D108BD9-81ED-4DB2-BD59-A6C34878D82A}">
                    <a16:rowId xmlns:a16="http://schemas.microsoft.com/office/drawing/2014/main" val="10001"/>
                  </a:ext>
                </a:extLst>
              </a:tr>
              <a:tr h="501477">
                <a:tc>
                  <a:txBody>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lang="en-US" sz="1000" b="1" dirty="0">
                          <a:solidFill>
                            <a:schemeClr val="tx1"/>
                          </a:solidFill>
                          <a:effectLst/>
                        </a:rPr>
                        <a:t>Confidential</a:t>
                      </a:r>
                      <a:br>
                        <a:rPr lang="en-US" sz="1000" dirty="0">
                          <a:solidFill>
                            <a:schemeClr val="tx1"/>
                          </a:solidFill>
                          <a:effectLst/>
                        </a:rPr>
                      </a:br>
                      <a:r>
                        <a:rPr lang="en-US" sz="1000" b="0" dirty="0">
                          <a:solidFill>
                            <a:schemeClr val="tx1"/>
                          </a:solidFill>
                          <a:effectLst/>
                        </a:rPr>
                        <a:t>(Business partners, suppliers, customers, contractors)</a:t>
                      </a:r>
                      <a:endParaRPr lang="en-US" sz="1000" b="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ECECEF"/>
                    </a:solidFill>
                  </a:tcPr>
                </a:tc>
                <a:tc>
                  <a:txBody>
                    <a:bodyPr/>
                    <a:lstStyle/>
                    <a:p>
                      <a:pPr marL="0" marR="0">
                        <a:lnSpc>
                          <a:spcPct val="100000"/>
                        </a:lnSpc>
                        <a:spcBef>
                          <a:spcPts val="600"/>
                        </a:spcBef>
                        <a:spcAft>
                          <a:spcPts val="0"/>
                        </a:spcAft>
                      </a:pPr>
                      <a:r>
                        <a:rPr lang="en-US" sz="1000" dirty="0">
                          <a:solidFill>
                            <a:schemeClr val="tx1"/>
                          </a:solidFill>
                          <a:effectLst/>
                        </a:rPr>
                        <a:t>Yes</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ECECEF"/>
                    </a:solidFill>
                  </a:tcPr>
                </a:tc>
                <a:tc>
                  <a:txBody>
                    <a:bodyPr/>
                    <a:lstStyle/>
                    <a:p>
                      <a:pPr marL="0" marR="0" algn="l">
                        <a:lnSpc>
                          <a:spcPct val="100000"/>
                        </a:lnSpc>
                        <a:spcBef>
                          <a:spcPts val="600"/>
                        </a:spcBef>
                        <a:spcAft>
                          <a:spcPts val="0"/>
                        </a:spcAft>
                      </a:pPr>
                      <a:r>
                        <a:rPr lang="en-US" sz="800" b="0" kern="1200" dirty="0">
                          <a:solidFill>
                            <a:schemeClr val="tx1"/>
                          </a:solidFill>
                        </a:rPr>
                        <a:t>Analog Devices Confidential Information. ©2025 Analog Devices, Inc. All Rights Reserved. </a:t>
                      </a:r>
                      <a:endParaRPr lang="en-US" sz="800" b="0" i="0" kern="1200" dirty="0">
                        <a:solidFill>
                          <a:schemeClr val="tx1"/>
                        </a:solidFill>
                        <a:latin typeface="Arial" panose="020B0604020202020204" pitchFamily="34" charset="0"/>
                        <a:ea typeface="+mn-ea"/>
                        <a:cs typeface="Arial" panose="020B0604020202020204" pitchFamily="34" charset="0"/>
                      </a:endParaRPr>
                    </a:p>
                  </a:txBody>
                  <a:tcPr anchor="ctr">
                    <a:solidFill>
                      <a:srgbClr val="ECECEF"/>
                    </a:solidFill>
                  </a:tcPr>
                </a:tc>
                <a:tc>
                  <a:txBody>
                    <a:bodyPr/>
                    <a:lstStyle/>
                    <a:p>
                      <a:pPr marL="0" marR="0">
                        <a:lnSpc>
                          <a:spcPct val="100000"/>
                        </a:lnSpc>
                        <a:spcBef>
                          <a:spcPts val="600"/>
                        </a:spcBef>
                        <a:spcAft>
                          <a:spcPts val="0"/>
                        </a:spcAft>
                      </a:pPr>
                      <a:r>
                        <a:rPr lang="en-US" sz="1000" dirty="0">
                          <a:solidFill>
                            <a:schemeClr val="tx1"/>
                          </a:solidFill>
                          <a:effectLst/>
                        </a:rPr>
                        <a:t>Classified technical content, prices and terms of sale, custom development, product roadmaps, training specific to an agreement or project, any pre-released samples or products, any information regarding our manufacturing process</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ECECEF"/>
                    </a:solidFill>
                  </a:tcPr>
                </a:tc>
                <a:extLst>
                  <a:ext uri="{0D108BD9-81ED-4DB2-BD59-A6C34878D82A}">
                    <a16:rowId xmlns:a16="http://schemas.microsoft.com/office/drawing/2014/main" val="10002"/>
                  </a:ext>
                </a:extLst>
              </a:tr>
              <a:tr h="223353">
                <a:tc>
                  <a:txBody>
                    <a:bodyPr/>
                    <a:lstStyle/>
                    <a:p>
                      <a:pPr marL="0" marR="0">
                        <a:lnSpc>
                          <a:spcPct val="100000"/>
                        </a:lnSpc>
                        <a:spcBef>
                          <a:spcPts val="600"/>
                        </a:spcBef>
                        <a:spcAft>
                          <a:spcPts val="0"/>
                        </a:spcAft>
                      </a:pPr>
                      <a:r>
                        <a:rPr lang="en-US" sz="1000" b="1" dirty="0">
                          <a:solidFill>
                            <a:schemeClr val="tx1"/>
                          </a:solidFill>
                          <a:effectLst/>
                        </a:rPr>
                        <a:t>Internal Only</a:t>
                      </a:r>
                      <a:br>
                        <a:rPr lang="en-US" sz="1000" dirty="0">
                          <a:solidFill>
                            <a:schemeClr val="tx1"/>
                          </a:solidFill>
                          <a:effectLst/>
                        </a:rPr>
                      </a:br>
                      <a:r>
                        <a:rPr lang="en-US" sz="1000" b="0" dirty="0">
                          <a:solidFill>
                            <a:schemeClr val="tx1"/>
                          </a:solidFill>
                          <a:effectLst/>
                        </a:rPr>
                        <a:t>(ADI employees only)</a:t>
                      </a:r>
                      <a:endParaRPr lang="en-US" sz="1000" b="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tc>
                  <a:txBody>
                    <a:bodyPr/>
                    <a:lstStyle/>
                    <a:p>
                      <a:pPr marL="0" marR="0">
                        <a:lnSpc>
                          <a:spcPct val="100000"/>
                        </a:lnSpc>
                        <a:spcBef>
                          <a:spcPts val="600"/>
                        </a:spcBef>
                        <a:spcAft>
                          <a:spcPts val="0"/>
                        </a:spcAft>
                      </a:pPr>
                      <a:r>
                        <a:rPr lang="en-US" sz="1000" dirty="0">
                          <a:solidFill>
                            <a:schemeClr val="tx1"/>
                          </a:solidFill>
                          <a:effectLst/>
                        </a:rPr>
                        <a:t>No</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tc>
                  <a:txBody>
                    <a:bodyPr/>
                    <a:lstStyle/>
                    <a:p>
                      <a:pPr marL="0" marR="0" algn="l">
                        <a:lnSpc>
                          <a:spcPct val="100000"/>
                        </a:lnSpc>
                        <a:spcBef>
                          <a:spcPts val="600"/>
                        </a:spcBef>
                        <a:spcAft>
                          <a:spcPts val="0"/>
                        </a:spcAft>
                      </a:pPr>
                      <a:r>
                        <a:rPr lang="en-US" sz="800" b="0" kern="1200" dirty="0">
                          <a:solidFill>
                            <a:schemeClr val="tx1"/>
                          </a:solidFill>
                        </a:rPr>
                        <a:t>Analog Devices Confidential Information—Not for External Distribution. ©2025 Analog Devices, Inc. All Rights Reserved.</a:t>
                      </a:r>
                      <a:endParaRPr lang="en-US" sz="800" b="0" i="0" kern="1200" dirty="0">
                        <a:solidFill>
                          <a:schemeClr val="tx1"/>
                        </a:solidFill>
                        <a:latin typeface="Arial" panose="020B0604020202020204" pitchFamily="34" charset="0"/>
                        <a:ea typeface="+mn-ea"/>
                        <a:cs typeface="Arial" panose="020B0604020202020204" pitchFamily="34" charset="0"/>
                      </a:endParaRPr>
                    </a:p>
                  </a:txBody>
                  <a:tcPr anchor="ctr">
                    <a:solidFill>
                      <a:srgbClr val="D8D9DF"/>
                    </a:solidFill>
                  </a:tcPr>
                </a:tc>
                <a:tc>
                  <a:txBody>
                    <a:bodyPr/>
                    <a:lstStyle/>
                    <a:p>
                      <a:pPr marL="0" marR="0">
                        <a:lnSpc>
                          <a:spcPct val="100000"/>
                        </a:lnSpc>
                        <a:spcBef>
                          <a:spcPts val="600"/>
                        </a:spcBef>
                        <a:spcAft>
                          <a:spcPts val="0"/>
                        </a:spcAft>
                      </a:pPr>
                      <a:r>
                        <a:rPr lang="en-US" sz="1000" dirty="0">
                          <a:solidFill>
                            <a:schemeClr val="tx1"/>
                          </a:solidFill>
                          <a:effectLst/>
                        </a:rPr>
                        <a:t>Profit margins, employee compensation, detailed product roadmaps, legal information, M&amp;A content, corporate structure, and org charts</a:t>
                      </a:r>
                      <a:endParaRPr lang="en-US" sz="1000" dirty="0">
                        <a:solidFill>
                          <a:schemeClr val="tx1"/>
                        </a:solidFill>
                        <a:effectLst/>
                        <a:latin typeface="Arial" panose="020B0604020202020204" pitchFamily="34" charset="0"/>
                        <a:ea typeface="PMingLiU" panose="02020500000000000000" pitchFamily="18" charset="-120"/>
                        <a:cs typeface="Arial" panose="020B0604020202020204" pitchFamily="34" charset="0"/>
                      </a:endParaRPr>
                    </a:p>
                  </a:txBody>
                  <a:tcPr anchor="ctr">
                    <a:solidFill>
                      <a:srgbClr val="D8D9D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6444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6BAE-A65B-27C8-A58F-BD6C15C1A62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030B4F3-AC7B-A515-32E8-A8106775C4DC}"/>
              </a:ext>
            </a:extLst>
          </p:cNvPr>
          <p:cNvSpPr>
            <a:spLocks noGrp="1"/>
          </p:cNvSpPr>
          <p:nvPr>
            <p:ph idx="10"/>
          </p:nvPr>
        </p:nvSpPr>
        <p:spPr/>
        <p:txBody>
          <a:bodyPr/>
          <a:lstStyle/>
          <a:p>
            <a:r>
              <a:rPr lang="en-GB" dirty="0">
                <a:solidFill>
                  <a:schemeClr val="tx1"/>
                </a:solidFill>
                <a:latin typeface="+mn-lt"/>
              </a:rPr>
              <a:t>The first level text is Barlow 18 pt., no bullet, no indent. </a:t>
            </a:r>
            <a:r>
              <a:rPr lang="en-US" dirty="0">
                <a:solidFill>
                  <a:schemeClr val="tx1"/>
                </a:solidFill>
                <a:latin typeface="+mn-lt"/>
              </a:rPr>
              <a:t>Insert two returns between lines if additional space is desired. There is 6 pt. of space after each paragraph. Add additional space if needed with extra returns or using the paragraph formatting menu.</a:t>
            </a:r>
          </a:p>
          <a:p>
            <a:pPr lvl="1"/>
            <a:r>
              <a:rPr lang="en-GB" dirty="0">
                <a:solidFill>
                  <a:schemeClr val="tx1"/>
                </a:solidFill>
              </a:rPr>
              <a:t>The second level text is set in Barlow 16 pt., bullet and indent.</a:t>
            </a:r>
          </a:p>
          <a:p>
            <a:pPr lvl="2"/>
            <a:r>
              <a:rPr lang="en-GB" dirty="0">
                <a:solidFill>
                  <a:schemeClr val="tx1"/>
                </a:solidFill>
              </a:rPr>
              <a:t>The third level text </a:t>
            </a:r>
            <a:r>
              <a:rPr lang="en-GB" dirty="0">
                <a:solidFill>
                  <a:schemeClr val="tx1"/>
                </a:solidFill>
                <a:sym typeface="Wingdings" pitchFamily="2" charset="2"/>
              </a:rPr>
              <a:t>is set in Barlow 14 pt., bullet and indent.</a:t>
            </a:r>
          </a:p>
          <a:p>
            <a:pPr marL="639000" lvl="2" indent="0">
              <a:buNone/>
            </a:pPr>
            <a:endParaRPr lang="en-GB" b="1" dirty="0">
              <a:latin typeface="Barlow SemiBold" pitchFamily="2" charset="77"/>
              <a:sym typeface="Wingdings" pitchFamily="2" charset="2"/>
            </a:endParaRPr>
          </a:p>
          <a:p>
            <a:r>
              <a:rPr lang="en-US" b="1" dirty="0">
                <a:solidFill>
                  <a:schemeClr val="tx1"/>
                </a:solidFill>
                <a:latin typeface="Barlow SemiBold" pitchFamily="2" charset="77"/>
              </a:rPr>
              <a:t>NOTE on Title Case </a:t>
            </a:r>
            <a:r>
              <a:rPr lang="en-US" dirty="0">
                <a:solidFill>
                  <a:schemeClr val="tx1"/>
                </a:solidFill>
              </a:rPr>
              <a:t>(for slide titles and subtitles): </a:t>
            </a:r>
            <a:r>
              <a:rPr lang="en-US" dirty="0">
                <a:latin typeface="+mn-lt"/>
              </a:rPr>
              <a:t>The f</a:t>
            </a:r>
            <a:r>
              <a:rPr lang="en-US" dirty="0">
                <a:solidFill>
                  <a:schemeClr val="tx1"/>
                </a:solidFill>
                <a:latin typeface="+mn-lt"/>
              </a:rPr>
              <a:t>irst letter of each word is capitalized for principal words. Articles, conjunctions, and prepositions such as “a,” “the,” “and,” “to”, etc. do not get capital letters unless they start the title or exceed four characters. </a:t>
            </a:r>
          </a:p>
          <a:p>
            <a:endParaRPr lang="en-US" dirty="0">
              <a:latin typeface="+mn-lt"/>
            </a:endParaRPr>
          </a:p>
          <a:p>
            <a:r>
              <a:rPr lang="en-US" b="1" dirty="0">
                <a:solidFill>
                  <a:schemeClr val="tx1"/>
                </a:solidFill>
                <a:latin typeface="+mn-lt"/>
              </a:rPr>
              <a:t>DO NOT </a:t>
            </a:r>
            <a:r>
              <a:rPr lang="en-US" dirty="0">
                <a:solidFill>
                  <a:schemeClr val="tx1"/>
                </a:solidFill>
                <a:latin typeface="+mn-lt"/>
              </a:rPr>
              <a:t>alter the title box width. Avoid text crowding or overlapping the logo.</a:t>
            </a:r>
          </a:p>
          <a:p>
            <a:r>
              <a:rPr lang="en-US" b="1" dirty="0">
                <a:latin typeface="+mn-lt"/>
              </a:rPr>
              <a:t>DO NOT </a:t>
            </a:r>
            <a:r>
              <a:rPr lang="en-US" dirty="0">
                <a:latin typeface="+mn-lt"/>
              </a:rPr>
              <a:t>alter the text box width. Fit your content within the text box, avoid placing content too close to the slide edges, and do not overlap the title, logo, slide number, or copyright text.</a:t>
            </a:r>
            <a:endParaRPr lang="en-US" dirty="0">
              <a:latin typeface="+mn-lt"/>
              <a:sym typeface="Wingdings" pitchFamily="2" charset="2"/>
            </a:endParaRPr>
          </a:p>
          <a:p>
            <a:endParaRPr lang="en-US" dirty="0"/>
          </a:p>
        </p:txBody>
      </p:sp>
      <p:sp>
        <p:nvSpPr>
          <p:cNvPr id="4" name="Footer Placeholder 3">
            <a:extLst>
              <a:ext uri="{FF2B5EF4-FFF2-40B4-BE49-F238E27FC236}">
                <a16:creationId xmlns:a16="http://schemas.microsoft.com/office/drawing/2014/main" id="{2945E8A0-80AF-4337-BC47-24DAD332E368}"/>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3E394700-AC8D-C5F7-F43D-57EA1589A822}"/>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dirty="0"/>
          </a:p>
        </p:txBody>
      </p:sp>
    </p:spTree>
    <p:extLst>
      <p:ext uri="{BB962C8B-B14F-4D97-AF65-F5344CB8AC3E}">
        <p14:creationId xmlns:p14="http://schemas.microsoft.com/office/powerpoint/2010/main" val="3845097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26C5B-6BEC-2EC7-79A7-E7A61CC4B4E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32BB382-BBAD-162A-2B1E-88E48A00DEA9}"/>
              </a:ext>
            </a:extLst>
          </p:cNvPr>
          <p:cNvSpPr>
            <a:spLocks noGrp="1"/>
          </p:cNvSpPr>
          <p:nvPr>
            <p:ph idx="11"/>
          </p:nvPr>
        </p:nvSpPr>
        <p:spPr/>
        <p:txBody>
          <a:bodyPr/>
          <a:lstStyle/>
          <a:p>
            <a:endParaRPr lang="en-US" dirty="0"/>
          </a:p>
        </p:txBody>
      </p:sp>
      <p:sp>
        <p:nvSpPr>
          <p:cNvPr id="4" name="Footer Placeholder 3">
            <a:extLst>
              <a:ext uri="{FF2B5EF4-FFF2-40B4-BE49-F238E27FC236}">
                <a16:creationId xmlns:a16="http://schemas.microsoft.com/office/drawing/2014/main" id="{2EDFF108-B3E4-F22F-69B9-27C8EBA21398}"/>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0436C175-A7C5-C00D-417F-90872E3144C6}"/>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dirty="0"/>
          </a:p>
        </p:txBody>
      </p:sp>
    </p:spTree>
    <p:extLst>
      <p:ext uri="{BB962C8B-B14F-4D97-AF65-F5344CB8AC3E}">
        <p14:creationId xmlns:p14="http://schemas.microsoft.com/office/powerpoint/2010/main" val="1796344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4F277DB-1B6A-F7F2-D130-C99AFB29523A}"/>
              </a:ext>
            </a:extLst>
          </p:cNvPr>
          <p:cNvSpPr>
            <a:spLocks noGrp="1"/>
          </p:cNvSpPr>
          <p:nvPr>
            <p:ph type="body" sz="quarter" idx="10"/>
          </p:nvPr>
        </p:nvSpPr>
        <p:spPr/>
        <p:txBody>
          <a:bodyPr/>
          <a:lstStyle/>
          <a:p>
            <a:endParaRPr lang="en-US"/>
          </a:p>
        </p:txBody>
      </p:sp>
      <p:sp>
        <p:nvSpPr>
          <p:cNvPr id="3" name="TextBox 2">
            <a:extLst>
              <a:ext uri="{FF2B5EF4-FFF2-40B4-BE49-F238E27FC236}">
                <a16:creationId xmlns:a16="http://schemas.microsoft.com/office/drawing/2014/main" id="{C94C86AE-29AD-1F3C-4043-46B9194D992C}"/>
              </a:ext>
            </a:extLst>
          </p:cNvPr>
          <p:cNvSpPr txBox="1"/>
          <p:nvPr/>
        </p:nvSpPr>
        <p:spPr>
          <a:xfrm>
            <a:off x="329682" y="4537535"/>
            <a:ext cx="4654913" cy="275460"/>
          </a:xfrm>
          <a:prstGeom prst="rect">
            <a:avLst/>
          </a:prstGeom>
          <a:noFill/>
        </p:spPr>
        <p:txBody>
          <a:bodyPr wrap="square">
            <a:spAutoFit/>
          </a:bodyPr>
          <a:lstStyle/>
          <a:p>
            <a:pPr marL="9525">
              <a:lnSpc>
                <a:spcPct val="110000"/>
              </a:lnSpc>
              <a:spcAft>
                <a:spcPts val="600"/>
              </a:spcAft>
            </a:pPr>
            <a:r>
              <a:rPr lang="en-CA" sz="1200" i="1" dirty="0">
                <a:solidFill>
                  <a:schemeClr val="bg1"/>
                </a:solidFill>
              </a:rPr>
              <a:t>*This can also be used to add ”Key Message” in place of “Section Title”</a:t>
            </a:r>
          </a:p>
        </p:txBody>
      </p:sp>
      <p:sp>
        <p:nvSpPr>
          <p:cNvPr id="4" name="Text Placeholder 6">
            <a:extLst>
              <a:ext uri="{FF2B5EF4-FFF2-40B4-BE49-F238E27FC236}">
                <a16:creationId xmlns:a16="http://schemas.microsoft.com/office/drawing/2014/main" id="{1604B132-9D04-097B-BE11-EFA7480B1587}"/>
              </a:ext>
            </a:extLst>
          </p:cNvPr>
          <p:cNvSpPr txBox="1">
            <a:spLocks/>
          </p:cNvSpPr>
          <p:nvPr/>
        </p:nvSpPr>
        <p:spPr>
          <a:xfrm>
            <a:off x="6546830" y="3849624"/>
            <a:ext cx="5645170" cy="2766329"/>
          </a:xfrm>
          <a:prstGeom prst="rect">
            <a:avLst/>
          </a:prstGeom>
          <a:solidFill>
            <a:schemeClr val="accent1">
              <a:alpha val="90000"/>
            </a:schemeClr>
          </a:solidFill>
        </p:spPr>
        <p:txBody>
          <a:bodyPr vert="horz" wrap="square" lIns="180000" tIns="0" rIns="180000" bIns="0" rtlCol="0" anchor="ctr" anchorCtr="0">
            <a:noAutofit/>
          </a:bodyPr>
          <a:lstStyle>
            <a:lvl1pPr marL="0" indent="0" algn="l" defTabSz="457200" rtl="0" eaLnBrk="1" latinLnBrk="0" hangingPunct="1">
              <a:lnSpc>
                <a:spcPct val="90000"/>
              </a:lnSpc>
              <a:spcBef>
                <a:spcPts val="0"/>
              </a:spcBef>
              <a:spcAft>
                <a:spcPts val="0"/>
              </a:spcAft>
              <a:buClr>
                <a:schemeClr val="tx1"/>
              </a:buClr>
              <a:buSzPct val="90000"/>
              <a:buFontTx/>
              <a:buNone/>
              <a:tabLst/>
              <a:defRPr lang="en-US" sz="3000" b="0" i="0" kern="1200" spc="0" baseline="0">
                <a:solidFill>
                  <a:schemeClr val="bg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dirty="0">
                <a:solidFill>
                  <a:schemeClr val="tx1"/>
                </a:solidFill>
                <a:latin typeface="Barlow" pitchFamily="2" charset="77"/>
                <a:ea typeface="+mn-ea"/>
                <a:cs typeface="Arial" panose="020B0604020202020204" pitchFamily="34" charset="0"/>
              </a:defRPr>
            </a:lvl2pPr>
            <a:lvl3pPr marL="867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dirty="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dirty="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pPr marL="9525">
              <a:lnSpc>
                <a:spcPct val="110000"/>
              </a:lnSpc>
              <a:spcAft>
                <a:spcPts val="1000"/>
              </a:spcAft>
            </a:pPr>
            <a:r>
              <a:rPr lang="en-CA" sz="1200" b="1" dirty="0">
                <a:solidFill>
                  <a:schemeClr val="accent2">
                    <a:lumMod val="60000"/>
                    <a:lumOff val="40000"/>
                  </a:schemeClr>
                </a:solidFill>
              </a:rPr>
              <a:t>SECTION IMAGE GUIDELINE</a:t>
            </a:r>
            <a:br>
              <a:rPr lang="en-CA" sz="1200" dirty="0">
                <a:latin typeface="+mn-lt"/>
              </a:rPr>
            </a:br>
            <a:r>
              <a:rPr lang="en-CA" sz="1200" dirty="0">
                <a:latin typeface="+mn-lt"/>
              </a:rPr>
              <a:t>This section/divider slide image is a placeholder ONLY. </a:t>
            </a:r>
            <a:r>
              <a:rPr lang="en-CA" sz="1200" dirty="0">
                <a:solidFill>
                  <a:schemeClr val="bg1"/>
                </a:solidFill>
                <a:latin typeface="+mn-lt"/>
              </a:rPr>
              <a:t>This cover image may be replaced with another image either </a:t>
            </a:r>
            <a:r>
              <a:rPr lang="en-US" sz="1200" dirty="0">
                <a:solidFill>
                  <a:schemeClr val="bg1"/>
                </a:solidFill>
                <a:latin typeface="+mn-lt"/>
              </a:rPr>
              <a:t>from the </a:t>
            </a:r>
            <a:r>
              <a:rPr lang="en-US" sz="1200" b="1" dirty="0">
                <a:solidFill>
                  <a:schemeClr val="bg1"/>
                </a:solidFill>
                <a:latin typeface="Barlow SemiBold" pitchFamily="2" charset="77"/>
              </a:rPr>
              <a:t>Brand Image Library PowerPoint </a:t>
            </a:r>
            <a:r>
              <a:rPr lang="en-US" sz="1200" dirty="0">
                <a:solidFill>
                  <a:schemeClr val="bg1"/>
                </a:solidFill>
                <a:latin typeface="+mn-lt"/>
              </a:rPr>
              <a:t>(available on the Brand Hub) OR </a:t>
            </a:r>
            <a:r>
              <a:rPr lang="en-US" sz="1200" dirty="0">
                <a:latin typeface="+mn-lt"/>
              </a:rPr>
              <a:t>or a key visual specific to the content of this section. Alternatively, you may choose to use the divider slide with no image as shown on slide 14.</a:t>
            </a:r>
            <a:br>
              <a:rPr lang="en-US" sz="1200" dirty="0">
                <a:latin typeface="+mn-lt"/>
              </a:rPr>
            </a:br>
            <a:br>
              <a:rPr lang="en-US" sz="1200" dirty="0">
                <a:latin typeface="+mn-lt"/>
              </a:rPr>
            </a:br>
            <a:r>
              <a:rPr lang="en-CA" sz="1200" dirty="0">
                <a:solidFill>
                  <a:schemeClr val="bg1"/>
                </a:solidFill>
                <a:latin typeface="+mn-lt"/>
              </a:rPr>
              <a:t>The image can be replaced in the </a:t>
            </a:r>
            <a:r>
              <a:rPr lang="en-CA" sz="1200" b="1" dirty="0">
                <a:solidFill>
                  <a:schemeClr val="bg1"/>
                </a:solidFill>
                <a:latin typeface="+mn-lt"/>
              </a:rPr>
              <a:t>Slide Master</a:t>
            </a:r>
            <a:r>
              <a:rPr lang="en-CA" sz="1200" dirty="0">
                <a:solidFill>
                  <a:schemeClr val="bg1"/>
                </a:solidFill>
                <a:latin typeface="+mn-lt"/>
              </a:rPr>
              <a:t>. The image should cover the entire slide, size 33.87 cm (W) × 19.05 cm (H), with </a:t>
            </a:r>
            <a:r>
              <a:rPr lang="en-US" sz="1200" dirty="0">
                <a:solidFill>
                  <a:schemeClr val="bg1"/>
                </a:solidFill>
                <a:latin typeface="Arial" charset="0"/>
              </a:rPr>
              <a:t>the</a:t>
            </a:r>
            <a:r>
              <a:rPr lang="en-CA" sz="1200" dirty="0">
                <a:solidFill>
                  <a:schemeClr val="bg1"/>
                </a:solidFill>
              </a:rPr>
              <a:t> focal point toward the right of the slide and not appearing behind the AMP. </a:t>
            </a:r>
            <a:r>
              <a:rPr lang="en-US" sz="1200" dirty="0">
                <a:solidFill>
                  <a:schemeClr val="bg1"/>
                </a:solidFill>
                <a:latin typeface="+mn-lt"/>
              </a:rPr>
              <a:t>See instructions on slide 4 on how to change the image.</a:t>
            </a:r>
            <a:endParaRPr lang="en-CA" sz="1200" dirty="0">
              <a:solidFill>
                <a:schemeClr val="bg1"/>
              </a:solidFill>
            </a:endParaRPr>
          </a:p>
          <a:p>
            <a:pPr marL="9525">
              <a:lnSpc>
                <a:spcPct val="110000"/>
              </a:lnSpc>
              <a:spcAft>
                <a:spcPts val="1000"/>
              </a:spcAft>
            </a:pPr>
            <a:r>
              <a:rPr lang="en-CA" sz="1200" dirty="0">
                <a:latin typeface="+mn-lt"/>
              </a:rPr>
              <a:t>For additional guidance, reach out to </a:t>
            </a:r>
            <a:r>
              <a:rPr lang="en-CA" sz="1200" dirty="0">
                <a:latin typeface="+mn-lt"/>
                <a:hlinkClick r:id="rId2">
                  <a:extLst>
                    <a:ext uri="{A12FA001-AC4F-418D-AE19-62706E023703}">
                      <ahyp:hlinkClr xmlns:ahyp="http://schemas.microsoft.com/office/drawing/2018/hyperlinkcolor" val="tx"/>
                    </a:ext>
                  </a:extLst>
                </a:hlinkClick>
              </a:rPr>
              <a:t>Brand Creative</a:t>
            </a:r>
            <a:r>
              <a:rPr lang="en-CA" sz="1200" dirty="0">
                <a:latin typeface="+mn-lt"/>
              </a:rPr>
              <a:t>.</a:t>
            </a:r>
          </a:p>
        </p:txBody>
      </p:sp>
      <p:sp>
        <p:nvSpPr>
          <p:cNvPr id="5" name="Rounded Rectangular Callout 3">
            <a:extLst>
              <a:ext uri="{FF2B5EF4-FFF2-40B4-BE49-F238E27FC236}">
                <a16:creationId xmlns:a16="http://schemas.microsoft.com/office/drawing/2014/main" id="{38EBC5E3-04AC-0464-D7F3-4075317B166E}"/>
              </a:ext>
            </a:extLst>
          </p:cNvPr>
          <p:cNvSpPr/>
          <p:nvPr/>
        </p:nvSpPr>
        <p:spPr>
          <a:xfrm>
            <a:off x="3103445" y="286897"/>
            <a:ext cx="3459399" cy="1727805"/>
          </a:xfrm>
          <a:prstGeom prst="wedgeRoundRectCallout">
            <a:avLst/>
          </a:prstGeom>
          <a:solidFill>
            <a:schemeClr val="accent1">
              <a:alpha val="9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l" defTabSz="457200">
              <a:spcBef>
                <a:spcPts val="600"/>
              </a:spcBef>
              <a:spcAft>
                <a:spcPts val="800"/>
              </a:spcAft>
              <a:buClr>
                <a:schemeClr val="accent1"/>
              </a:buClr>
              <a:buSzPct val="70000"/>
            </a:pPr>
            <a:r>
              <a:rPr lang="en-CA" sz="1200" dirty="0">
                <a:solidFill>
                  <a:schemeClr val="bg1"/>
                </a:solidFill>
              </a:rPr>
              <a:t>Always use “</a:t>
            </a:r>
            <a:r>
              <a:rPr lang="en-CA" sz="1200" dirty="0">
                <a:solidFill>
                  <a:schemeClr val="bg1"/>
                </a:solidFill>
                <a:latin typeface="Barlow Medium" pitchFamily="2" charset="77"/>
              </a:rPr>
              <a:t>Barlow Medium</a:t>
            </a:r>
            <a:r>
              <a:rPr lang="en-CA" sz="1200" dirty="0">
                <a:solidFill>
                  <a:schemeClr val="bg1"/>
                </a:solidFill>
                <a:latin typeface="+mn-lt"/>
              </a:rPr>
              <a:t>” font for the presentation title.</a:t>
            </a:r>
            <a:br>
              <a:rPr lang="en-CA" sz="1200" dirty="0">
                <a:solidFill>
                  <a:schemeClr val="bg1"/>
                </a:solidFill>
                <a:latin typeface="+mn-lt"/>
              </a:rPr>
            </a:br>
            <a:br>
              <a:rPr lang="en-CA" sz="1200" dirty="0">
                <a:solidFill>
                  <a:schemeClr val="bg1"/>
                </a:solidFill>
                <a:latin typeface="+mn-lt"/>
              </a:rPr>
            </a:br>
            <a:r>
              <a:rPr lang="en-CA" sz="1200" dirty="0">
                <a:solidFill>
                  <a:schemeClr val="bg1"/>
                </a:solidFill>
                <a:latin typeface="+mn-lt"/>
              </a:rPr>
              <a:t>If the title is longer than three lines, font size may be reduced but no less than 36 pt. and needs to fit within the title text container. </a:t>
            </a:r>
          </a:p>
          <a:p>
            <a:pPr algn="l" defTabSz="457200">
              <a:spcBef>
                <a:spcPts val="600"/>
              </a:spcBef>
              <a:spcAft>
                <a:spcPts val="800"/>
              </a:spcAft>
              <a:buClr>
                <a:schemeClr val="accent1"/>
              </a:buClr>
              <a:buSzPct val="70000"/>
            </a:pPr>
            <a:r>
              <a:rPr lang="en-CA" sz="1200" dirty="0">
                <a:solidFill>
                  <a:schemeClr val="bg1"/>
                </a:solidFill>
              </a:rPr>
              <a:t>DO NOT reposition or alter the text containers.</a:t>
            </a:r>
            <a:endParaRPr lang="en-US" sz="1200" dirty="0">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137033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AC57CE-5700-E96E-FD19-A7554B6B3FD2}"/>
              </a:ext>
            </a:extLst>
          </p:cNvPr>
          <p:cNvSpPr>
            <a:spLocks noGrp="1"/>
          </p:cNvSpPr>
          <p:nvPr>
            <p:ph idx="11"/>
          </p:nvPr>
        </p:nvSpPr>
        <p:spPr/>
        <p:txBody>
          <a:bodyPr/>
          <a:lstStyle/>
          <a:p>
            <a:endParaRPr lang="en-US" dirty="0"/>
          </a:p>
        </p:txBody>
      </p:sp>
      <p:sp>
        <p:nvSpPr>
          <p:cNvPr id="3" name="Footer Placeholder 2">
            <a:extLst>
              <a:ext uri="{FF2B5EF4-FFF2-40B4-BE49-F238E27FC236}">
                <a16:creationId xmlns:a16="http://schemas.microsoft.com/office/drawing/2014/main" id="{D27FC3DD-063A-60E4-F957-5B255F972357}"/>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A85DCC50-DB64-BA1F-AE52-6DAFD03B02C6}"/>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dirty="0"/>
          </a:p>
        </p:txBody>
      </p:sp>
      <p:sp>
        <p:nvSpPr>
          <p:cNvPr id="5" name="Title 4">
            <a:extLst>
              <a:ext uri="{FF2B5EF4-FFF2-40B4-BE49-F238E27FC236}">
                <a16:creationId xmlns:a16="http://schemas.microsoft.com/office/drawing/2014/main" id="{3B0ACC14-8A35-340B-70DF-4574760A83A3}"/>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06466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D59FB7-1D76-237E-7EE0-F1A8A680240A}"/>
              </a:ext>
            </a:extLst>
          </p:cNvPr>
          <p:cNvSpPr>
            <a:spLocks noGrp="1"/>
          </p:cNvSpPr>
          <p:nvPr>
            <p:ph idx="11"/>
          </p:nvPr>
        </p:nvSpPr>
        <p:spPr/>
        <p:txBody>
          <a:bodyPr/>
          <a:lstStyle/>
          <a:p>
            <a:endParaRPr lang="en-US" dirty="0"/>
          </a:p>
        </p:txBody>
      </p:sp>
      <p:sp>
        <p:nvSpPr>
          <p:cNvPr id="3" name="Footer Placeholder 2">
            <a:extLst>
              <a:ext uri="{FF2B5EF4-FFF2-40B4-BE49-F238E27FC236}">
                <a16:creationId xmlns:a16="http://schemas.microsoft.com/office/drawing/2014/main" id="{F9684EB7-4633-0C28-1F8B-4CE13835A96D}"/>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3AB3B6B8-A642-CF11-0746-FBC1399F09BF}"/>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dirty="0"/>
          </a:p>
        </p:txBody>
      </p:sp>
      <p:sp>
        <p:nvSpPr>
          <p:cNvPr id="5" name="Title 4">
            <a:extLst>
              <a:ext uri="{FF2B5EF4-FFF2-40B4-BE49-F238E27FC236}">
                <a16:creationId xmlns:a16="http://schemas.microsoft.com/office/drawing/2014/main" id="{F11B529B-2163-2BF0-0D9C-A87271874A2A}"/>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40829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66D660-A0EF-E3BF-F1A0-CBCABD4C7E57}"/>
              </a:ext>
            </a:extLst>
          </p:cNvPr>
          <p:cNvSpPr>
            <a:spLocks noGrp="1"/>
          </p:cNvSpPr>
          <p:nvPr>
            <p:ph idx="10"/>
          </p:nvPr>
        </p:nvSpPr>
        <p:spPr/>
        <p:txBody>
          <a:bodyPr/>
          <a:lstStyle/>
          <a:p>
            <a:endParaRPr lang="en-US"/>
          </a:p>
        </p:txBody>
      </p:sp>
      <p:sp>
        <p:nvSpPr>
          <p:cNvPr id="3" name="Content Placeholder 2">
            <a:extLst>
              <a:ext uri="{FF2B5EF4-FFF2-40B4-BE49-F238E27FC236}">
                <a16:creationId xmlns:a16="http://schemas.microsoft.com/office/drawing/2014/main" id="{D01BAA47-8332-3C4C-FA98-5BDF4384620F}"/>
              </a:ext>
            </a:extLst>
          </p:cNvPr>
          <p:cNvSpPr>
            <a:spLocks noGrp="1"/>
          </p:cNvSpPr>
          <p:nvPr>
            <p:ph idx="11"/>
          </p:nvPr>
        </p:nvSpPr>
        <p:spPr/>
        <p:txBody>
          <a:bodyPr/>
          <a:lstStyle/>
          <a:p>
            <a:endParaRPr lang="en-US"/>
          </a:p>
        </p:txBody>
      </p:sp>
      <p:sp>
        <p:nvSpPr>
          <p:cNvPr id="4" name="Footer Placeholder 3">
            <a:extLst>
              <a:ext uri="{FF2B5EF4-FFF2-40B4-BE49-F238E27FC236}">
                <a16:creationId xmlns:a16="http://schemas.microsoft.com/office/drawing/2014/main" id="{FEDD2628-91E3-414D-4200-F38C8E43D56A}"/>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128C7F71-AC68-5074-B7B1-1AA0DCA529AF}"/>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dirty="0"/>
          </a:p>
        </p:txBody>
      </p:sp>
      <p:sp>
        <p:nvSpPr>
          <p:cNvPr id="6" name="Title 5">
            <a:extLst>
              <a:ext uri="{FF2B5EF4-FFF2-40B4-BE49-F238E27FC236}">
                <a16:creationId xmlns:a16="http://schemas.microsoft.com/office/drawing/2014/main" id="{31725EB2-6BFE-E88F-CA9C-E54E6D5CBBB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84112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B7CD29-95D7-37A6-CE21-27BABBDFC687}"/>
              </a:ext>
            </a:extLst>
          </p:cNvPr>
          <p:cNvSpPr>
            <a:spLocks noGrp="1"/>
          </p:cNvSpPr>
          <p:nvPr>
            <p:ph type="body" sz="quarter" idx="10"/>
          </p:nvPr>
        </p:nvSpPr>
        <p:spPr/>
        <p:txBody>
          <a:bodyPr/>
          <a:lstStyle/>
          <a:p>
            <a:endParaRPr lang="en-US"/>
          </a:p>
        </p:txBody>
      </p:sp>
      <p:sp>
        <p:nvSpPr>
          <p:cNvPr id="3" name="Rounded Rectangular Callout 3">
            <a:extLst>
              <a:ext uri="{FF2B5EF4-FFF2-40B4-BE49-F238E27FC236}">
                <a16:creationId xmlns:a16="http://schemas.microsoft.com/office/drawing/2014/main" id="{16AF02FA-04BF-80DD-6E7C-A1C9C90017D5}"/>
              </a:ext>
            </a:extLst>
          </p:cNvPr>
          <p:cNvSpPr/>
          <p:nvPr/>
        </p:nvSpPr>
        <p:spPr>
          <a:xfrm>
            <a:off x="3103445" y="286897"/>
            <a:ext cx="3459399" cy="1727805"/>
          </a:xfrm>
          <a:prstGeom prst="wedgeRoundRectCallout">
            <a:avLst/>
          </a:prstGeom>
          <a:solidFill>
            <a:schemeClr val="accent1">
              <a:alpha val="9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l" defTabSz="457200">
              <a:spcBef>
                <a:spcPts val="600"/>
              </a:spcBef>
              <a:spcAft>
                <a:spcPts val="800"/>
              </a:spcAft>
              <a:buClr>
                <a:schemeClr val="accent1"/>
              </a:buClr>
              <a:buSzPct val="70000"/>
            </a:pPr>
            <a:r>
              <a:rPr lang="en-CA" sz="1200" dirty="0">
                <a:solidFill>
                  <a:schemeClr val="bg1"/>
                </a:solidFill>
              </a:rPr>
              <a:t>Always use “</a:t>
            </a:r>
            <a:r>
              <a:rPr lang="en-CA" sz="1200" dirty="0">
                <a:solidFill>
                  <a:schemeClr val="bg1"/>
                </a:solidFill>
                <a:latin typeface="Barlow Medium" pitchFamily="2" charset="77"/>
              </a:rPr>
              <a:t>Barlow Medium</a:t>
            </a:r>
            <a:r>
              <a:rPr lang="en-CA" sz="1200" dirty="0">
                <a:solidFill>
                  <a:schemeClr val="bg1"/>
                </a:solidFill>
                <a:latin typeface="+mn-lt"/>
              </a:rPr>
              <a:t>” font for the presentation title.</a:t>
            </a:r>
            <a:br>
              <a:rPr lang="en-CA" sz="1200" dirty="0">
                <a:solidFill>
                  <a:schemeClr val="bg1"/>
                </a:solidFill>
                <a:latin typeface="+mn-lt"/>
              </a:rPr>
            </a:br>
            <a:br>
              <a:rPr lang="en-CA" sz="1200" dirty="0">
                <a:solidFill>
                  <a:schemeClr val="bg1"/>
                </a:solidFill>
                <a:latin typeface="+mn-lt"/>
              </a:rPr>
            </a:br>
            <a:r>
              <a:rPr lang="en-CA" sz="1200" dirty="0">
                <a:solidFill>
                  <a:schemeClr val="bg1"/>
                </a:solidFill>
                <a:latin typeface="+mn-lt"/>
              </a:rPr>
              <a:t>If the title is longer than three lines, font size may be reduced but no less than 36 pt. and needs to fit within the title text container. </a:t>
            </a:r>
          </a:p>
          <a:p>
            <a:pPr algn="l" defTabSz="457200">
              <a:spcBef>
                <a:spcPts val="600"/>
              </a:spcBef>
              <a:spcAft>
                <a:spcPts val="800"/>
              </a:spcAft>
              <a:buClr>
                <a:schemeClr val="accent1"/>
              </a:buClr>
              <a:buSzPct val="70000"/>
            </a:pPr>
            <a:r>
              <a:rPr lang="en-CA" sz="1200" dirty="0">
                <a:solidFill>
                  <a:schemeClr val="bg1"/>
                </a:solidFill>
              </a:rPr>
              <a:t>DO NOT reposition or alter the text containers.</a:t>
            </a:r>
            <a:endParaRPr lang="en-US" sz="1200" dirty="0">
              <a:solidFill>
                <a:srgbClr val="000000"/>
              </a:solidFill>
              <a:latin typeface="Barlow" pitchFamily="2" charset="77"/>
              <a:cs typeface="Arial" panose="020B0604020202020204" pitchFamily="34" charset="0"/>
            </a:endParaRPr>
          </a:p>
        </p:txBody>
      </p:sp>
    </p:spTree>
    <p:extLst>
      <p:ext uri="{BB962C8B-B14F-4D97-AF65-F5344CB8AC3E}">
        <p14:creationId xmlns:p14="http://schemas.microsoft.com/office/powerpoint/2010/main" val="279078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6698EA-9D41-4872-75DB-C8B527246B5A}"/>
              </a:ext>
            </a:extLst>
          </p:cNvPr>
          <p:cNvSpPr>
            <a:spLocks noGrp="1"/>
          </p:cNvSpPr>
          <p:nvPr>
            <p:ph idx="11"/>
          </p:nvPr>
        </p:nvSpPr>
        <p:spPr/>
        <p:txBody>
          <a:bodyPr/>
          <a:lstStyle/>
          <a:p>
            <a:endParaRPr lang="en-US" dirty="0"/>
          </a:p>
        </p:txBody>
      </p:sp>
      <p:sp>
        <p:nvSpPr>
          <p:cNvPr id="3" name="Footer Placeholder 2">
            <a:extLst>
              <a:ext uri="{FF2B5EF4-FFF2-40B4-BE49-F238E27FC236}">
                <a16:creationId xmlns:a16="http://schemas.microsoft.com/office/drawing/2014/main" id="{8B191D17-79FE-8C3F-D428-7467D13F2829}"/>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38F7022B-2B2C-D318-4894-9A43B9302508}"/>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dirty="0"/>
          </a:p>
        </p:txBody>
      </p:sp>
      <p:sp>
        <p:nvSpPr>
          <p:cNvPr id="5" name="Title 4">
            <a:extLst>
              <a:ext uri="{FF2B5EF4-FFF2-40B4-BE49-F238E27FC236}">
                <a16:creationId xmlns:a16="http://schemas.microsoft.com/office/drawing/2014/main" id="{46EED383-3608-C582-1167-51C8D3F84F5F}"/>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843491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F9E137-35E5-4772-861D-7C2B5D5C3F88}"/>
              </a:ext>
            </a:extLst>
          </p:cNvPr>
          <p:cNvSpPr>
            <a:spLocks noGrp="1"/>
          </p:cNvSpPr>
          <p:nvPr>
            <p:ph type="body" sz="quarter" idx="16"/>
          </p:nvPr>
        </p:nvSpPr>
        <p:spPr/>
        <p:txBody>
          <a:bodyPr/>
          <a:lstStyle/>
          <a:p>
            <a:endParaRPr lang="en-US" dirty="0"/>
          </a:p>
        </p:txBody>
      </p:sp>
      <p:sp>
        <p:nvSpPr>
          <p:cNvPr id="3" name="Content Placeholder 2">
            <a:extLst>
              <a:ext uri="{FF2B5EF4-FFF2-40B4-BE49-F238E27FC236}">
                <a16:creationId xmlns:a16="http://schemas.microsoft.com/office/drawing/2014/main" id="{55898E69-BA75-FBBD-8BF7-F74EF0949DE3}"/>
              </a:ext>
            </a:extLst>
          </p:cNvPr>
          <p:cNvSpPr>
            <a:spLocks noGrp="1"/>
          </p:cNvSpPr>
          <p:nvPr>
            <p:ph idx="11"/>
          </p:nvPr>
        </p:nvSpPr>
        <p:spPr/>
        <p:txBody>
          <a:bodyPr/>
          <a:lstStyle/>
          <a:p>
            <a:endParaRPr lang="en-US" dirty="0"/>
          </a:p>
        </p:txBody>
      </p:sp>
      <p:sp>
        <p:nvSpPr>
          <p:cNvPr id="4" name="Footer Placeholder 3">
            <a:extLst>
              <a:ext uri="{FF2B5EF4-FFF2-40B4-BE49-F238E27FC236}">
                <a16:creationId xmlns:a16="http://schemas.microsoft.com/office/drawing/2014/main" id="{52CF526A-8966-6102-7DF1-677F05E1C84D}"/>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3AC971E3-2E29-1EF6-C5B9-C841D0322407}"/>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dirty="0"/>
          </a:p>
        </p:txBody>
      </p:sp>
      <p:sp>
        <p:nvSpPr>
          <p:cNvPr id="6" name="Title 5">
            <a:extLst>
              <a:ext uri="{FF2B5EF4-FFF2-40B4-BE49-F238E27FC236}">
                <a16:creationId xmlns:a16="http://schemas.microsoft.com/office/drawing/2014/main" id="{CBD747EF-CDAE-56F6-E71D-56255BFCD7A8}"/>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77388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0CBEF36-D358-D261-0873-248654962C81}"/>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F52C35CD-2AC9-2C77-9282-B6C011851671}"/>
              </a:ext>
            </a:extLst>
          </p:cNvPr>
          <p:cNvSpPr>
            <a:spLocks noGrp="1"/>
          </p:cNvSpPr>
          <p:nvPr>
            <p:ph type="body" sz="quarter" idx="16"/>
          </p:nvPr>
        </p:nvSpPr>
        <p:spPr/>
        <p:txBody>
          <a:bodyPr/>
          <a:lstStyle/>
          <a:p>
            <a:endParaRPr lang="en-US"/>
          </a:p>
        </p:txBody>
      </p:sp>
      <p:sp>
        <p:nvSpPr>
          <p:cNvPr id="4" name="Content Placeholder 3">
            <a:extLst>
              <a:ext uri="{FF2B5EF4-FFF2-40B4-BE49-F238E27FC236}">
                <a16:creationId xmlns:a16="http://schemas.microsoft.com/office/drawing/2014/main" id="{187A8E63-C6D4-F85E-D54C-AD530426C411}"/>
              </a:ext>
            </a:extLst>
          </p:cNvPr>
          <p:cNvSpPr>
            <a:spLocks noGrp="1"/>
          </p:cNvSpPr>
          <p:nvPr>
            <p:ph idx="11"/>
          </p:nvPr>
        </p:nvSpPr>
        <p:spPr/>
        <p:txBody>
          <a:bodyPr/>
          <a:lstStyle/>
          <a:p>
            <a:endParaRPr lang="en-US"/>
          </a:p>
        </p:txBody>
      </p:sp>
      <p:sp>
        <p:nvSpPr>
          <p:cNvPr id="5" name="Content Placeholder 4">
            <a:extLst>
              <a:ext uri="{FF2B5EF4-FFF2-40B4-BE49-F238E27FC236}">
                <a16:creationId xmlns:a16="http://schemas.microsoft.com/office/drawing/2014/main" id="{71D08CCF-4031-BDCD-FB82-28306CA0FCEC}"/>
              </a:ext>
            </a:extLst>
          </p:cNvPr>
          <p:cNvSpPr>
            <a:spLocks noGrp="1"/>
          </p:cNvSpPr>
          <p:nvPr>
            <p:ph idx="23"/>
          </p:nvPr>
        </p:nvSpPr>
        <p:spPr/>
        <p:txBody>
          <a:bodyPr/>
          <a:lstStyle/>
          <a:p>
            <a:endParaRPr lang="en-US"/>
          </a:p>
        </p:txBody>
      </p:sp>
      <p:sp>
        <p:nvSpPr>
          <p:cNvPr id="6" name="Footer Placeholder 5">
            <a:extLst>
              <a:ext uri="{FF2B5EF4-FFF2-40B4-BE49-F238E27FC236}">
                <a16:creationId xmlns:a16="http://schemas.microsoft.com/office/drawing/2014/main" id="{3ABB682A-3E0B-20D6-41F2-148AB4DB271B}"/>
              </a:ext>
            </a:extLst>
          </p:cNvPr>
          <p:cNvSpPr>
            <a:spLocks noGrp="1"/>
          </p:cNvSpPr>
          <p:nvPr>
            <p:ph type="ftr" sz="quarter" idx="3"/>
          </p:nvPr>
        </p:nvSpPr>
        <p:spPr/>
        <p:txBody>
          <a:bodyPr/>
          <a:lstStyle/>
          <a:p>
            <a:r>
              <a:rPr lang="en-IE" dirty="0"/>
              <a:t>©2025 Analog Devices, Inc. All Rights Reserved. </a:t>
            </a:r>
          </a:p>
        </p:txBody>
      </p:sp>
      <p:sp>
        <p:nvSpPr>
          <p:cNvPr id="7" name="Slide Number Placeholder 6">
            <a:extLst>
              <a:ext uri="{FF2B5EF4-FFF2-40B4-BE49-F238E27FC236}">
                <a16:creationId xmlns:a16="http://schemas.microsoft.com/office/drawing/2014/main" id="{936B415F-765F-29CA-2806-6B314A2DAF3F}"/>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dirty="0"/>
          </a:p>
        </p:txBody>
      </p:sp>
      <p:sp>
        <p:nvSpPr>
          <p:cNvPr id="8" name="Title 7">
            <a:extLst>
              <a:ext uri="{FF2B5EF4-FFF2-40B4-BE49-F238E27FC236}">
                <a16:creationId xmlns:a16="http://schemas.microsoft.com/office/drawing/2014/main" id="{B6EA2757-8954-67AD-71D0-5763C82CB7C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758980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3F6E96-C998-4248-B2E8-9AA4891FA2EE}"/>
              </a:ext>
            </a:extLst>
          </p:cNvPr>
          <p:cNvSpPr>
            <a:spLocks noGrp="1"/>
          </p:cNvSpPr>
          <p:nvPr>
            <p:ph idx="21"/>
          </p:nvPr>
        </p:nvSpPr>
        <p:spPr/>
        <p:txBody>
          <a:bodyPr/>
          <a:lstStyle/>
          <a:p>
            <a:endParaRPr lang="en-US"/>
          </a:p>
        </p:txBody>
      </p:sp>
      <p:sp>
        <p:nvSpPr>
          <p:cNvPr id="3" name="Content Placeholder 2">
            <a:extLst>
              <a:ext uri="{FF2B5EF4-FFF2-40B4-BE49-F238E27FC236}">
                <a16:creationId xmlns:a16="http://schemas.microsoft.com/office/drawing/2014/main" id="{DF27A37F-1D65-9F8D-8CCB-38E81FE7BA2F}"/>
              </a:ext>
            </a:extLst>
          </p:cNvPr>
          <p:cNvSpPr>
            <a:spLocks noGrp="1"/>
          </p:cNvSpPr>
          <p:nvPr>
            <p:ph idx="10"/>
          </p:nvPr>
        </p:nvSpPr>
        <p:spPr/>
        <p:txBody>
          <a:bodyPr/>
          <a:lstStyle/>
          <a:p>
            <a:endParaRPr lang="en-US" dirty="0"/>
          </a:p>
        </p:txBody>
      </p:sp>
      <p:sp>
        <p:nvSpPr>
          <p:cNvPr id="4" name="Text Placeholder 3">
            <a:extLst>
              <a:ext uri="{FF2B5EF4-FFF2-40B4-BE49-F238E27FC236}">
                <a16:creationId xmlns:a16="http://schemas.microsoft.com/office/drawing/2014/main" id="{9B4AFF77-15F9-F97B-65CC-30D4338B80EC}"/>
              </a:ext>
            </a:extLst>
          </p:cNvPr>
          <p:cNvSpPr>
            <a:spLocks noGrp="1"/>
          </p:cNvSpPr>
          <p:nvPr>
            <p:ph type="body" sz="quarter" idx="20"/>
          </p:nvPr>
        </p:nvSpPr>
        <p:spPr/>
        <p:txBody>
          <a:bodyPr/>
          <a:lstStyle/>
          <a:p>
            <a:endParaRPr lang="en-US"/>
          </a:p>
        </p:txBody>
      </p:sp>
      <p:sp>
        <p:nvSpPr>
          <p:cNvPr id="5" name="Text Placeholder 4">
            <a:extLst>
              <a:ext uri="{FF2B5EF4-FFF2-40B4-BE49-F238E27FC236}">
                <a16:creationId xmlns:a16="http://schemas.microsoft.com/office/drawing/2014/main" id="{93E05A53-9B76-A15A-BA6B-C5AE12AD45B7}"/>
              </a:ext>
            </a:extLst>
          </p:cNvPr>
          <p:cNvSpPr>
            <a:spLocks noGrp="1"/>
          </p:cNvSpPr>
          <p:nvPr>
            <p:ph type="body" sz="quarter" idx="19"/>
          </p:nvPr>
        </p:nvSpPr>
        <p:spPr/>
        <p:txBody>
          <a:bodyPr/>
          <a:lstStyle/>
          <a:p>
            <a:endParaRPr lang="en-US" dirty="0"/>
          </a:p>
        </p:txBody>
      </p:sp>
      <p:sp>
        <p:nvSpPr>
          <p:cNvPr id="6" name="Footer Placeholder 5">
            <a:extLst>
              <a:ext uri="{FF2B5EF4-FFF2-40B4-BE49-F238E27FC236}">
                <a16:creationId xmlns:a16="http://schemas.microsoft.com/office/drawing/2014/main" id="{2DDA916D-B2AF-4716-C8EB-3D585E181AE6}"/>
              </a:ext>
            </a:extLst>
          </p:cNvPr>
          <p:cNvSpPr>
            <a:spLocks noGrp="1"/>
          </p:cNvSpPr>
          <p:nvPr>
            <p:ph type="ftr" sz="quarter" idx="3"/>
          </p:nvPr>
        </p:nvSpPr>
        <p:spPr/>
        <p:txBody>
          <a:bodyPr/>
          <a:lstStyle/>
          <a:p>
            <a:r>
              <a:rPr lang="en-IE" dirty="0"/>
              <a:t>©2025 Analog Devices, Inc. All Rights Reserved. </a:t>
            </a:r>
          </a:p>
        </p:txBody>
      </p:sp>
      <p:sp>
        <p:nvSpPr>
          <p:cNvPr id="7" name="Slide Number Placeholder 6">
            <a:extLst>
              <a:ext uri="{FF2B5EF4-FFF2-40B4-BE49-F238E27FC236}">
                <a16:creationId xmlns:a16="http://schemas.microsoft.com/office/drawing/2014/main" id="{48419351-6F08-D74F-1478-015A585172B6}"/>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dirty="0"/>
          </a:p>
        </p:txBody>
      </p:sp>
      <p:sp>
        <p:nvSpPr>
          <p:cNvPr id="8" name="Title 7">
            <a:extLst>
              <a:ext uri="{FF2B5EF4-FFF2-40B4-BE49-F238E27FC236}">
                <a16:creationId xmlns:a16="http://schemas.microsoft.com/office/drawing/2014/main" id="{A5D2339B-5C76-37AE-30E9-7E6469F632F9}"/>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629375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290726B-1477-B873-E10F-13BA8C1E8733}"/>
              </a:ext>
            </a:extLst>
          </p:cNvPr>
          <p:cNvSpPr>
            <a:spLocks noGrp="1"/>
          </p:cNvSpPr>
          <p:nvPr>
            <p:ph type="pic" sz="quarter" idx="16"/>
          </p:nvPr>
        </p:nvSpPr>
        <p:spPr/>
        <p:txBody>
          <a:bodyPr/>
          <a:lstStyle/>
          <a:p>
            <a:endParaRPr lang="en-US"/>
          </a:p>
        </p:txBody>
      </p:sp>
      <p:sp>
        <p:nvSpPr>
          <p:cNvPr id="3" name="Title 2">
            <a:extLst>
              <a:ext uri="{FF2B5EF4-FFF2-40B4-BE49-F238E27FC236}">
                <a16:creationId xmlns:a16="http://schemas.microsoft.com/office/drawing/2014/main" id="{C7C7C553-78E0-EBC6-2010-8393A89979C3}"/>
              </a:ext>
            </a:extLst>
          </p:cNvPr>
          <p:cNvSpPr>
            <a:spLocks noGrp="1"/>
          </p:cNvSpPr>
          <p:nvPr>
            <p:ph type="title"/>
          </p:nvPr>
        </p:nvSpPr>
        <p:spPr/>
        <p:txBody>
          <a:bodyPr/>
          <a:lstStyle/>
          <a:p>
            <a:endParaRPr lang="en-US" dirty="0"/>
          </a:p>
        </p:txBody>
      </p:sp>
      <p:sp>
        <p:nvSpPr>
          <p:cNvPr id="4" name="Content Placeholder 3">
            <a:extLst>
              <a:ext uri="{FF2B5EF4-FFF2-40B4-BE49-F238E27FC236}">
                <a16:creationId xmlns:a16="http://schemas.microsoft.com/office/drawing/2014/main" id="{524F3906-1CF4-64A4-AD4B-859B351318DA}"/>
              </a:ext>
            </a:extLst>
          </p:cNvPr>
          <p:cNvSpPr>
            <a:spLocks noGrp="1"/>
          </p:cNvSpPr>
          <p:nvPr>
            <p:ph idx="11"/>
          </p:nvPr>
        </p:nvSpPr>
        <p:spPr/>
        <p:txBody>
          <a:bodyPr/>
          <a:lstStyle/>
          <a:p>
            <a:endParaRPr lang="en-US"/>
          </a:p>
        </p:txBody>
      </p:sp>
      <p:sp>
        <p:nvSpPr>
          <p:cNvPr id="5" name="Footer Placeholder 4">
            <a:extLst>
              <a:ext uri="{FF2B5EF4-FFF2-40B4-BE49-F238E27FC236}">
                <a16:creationId xmlns:a16="http://schemas.microsoft.com/office/drawing/2014/main" id="{1015E47A-D97B-1717-C2AD-59FCD0DA73C9}"/>
              </a:ext>
            </a:extLst>
          </p:cNvPr>
          <p:cNvSpPr>
            <a:spLocks noGrp="1"/>
          </p:cNvSpPr>
          <p:nvPr>
            <p:ph type="ftr" sz="quarter" idx="3"/>
          </p:nvPr>
        </p:nvSpPr>
        <p:spPr/>
        <p:txBody>
          <a:bodyPr/>
          <a:lstStyle/>
          <a:p>
            <a:r>
              <a:rPr lang="en-IE" dirty="0"/>
              <a:t>©2025 Analog Devices, Inc. All Rights Reserved. </a:t>
            </a:r>
          </a:p>
        </p:txBody>
      </p:sp>
      <p:sp>
        <p:nvSpPr>
          <p:cNvPr id="6" name="Slide Number Placeholder 5">
            <a:extLst>
              <a:ext uri="{FF2B5EF4-FFF2-40B4-BE49-F238E27FC236}">
                <a16:creationId xmlns:a16="http://schemas.microsoft.com/office/drawing/2014/main" id="{11287F82-1B24-8474-B94F-52C184B10130}"/>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dirty="0"/>
          </a:p>
        </p:txBody>
      </p:sp>
    </p:spTree>
    <p:extLst>
      <p:ext uri="{BB962C8B-B14F-4D97-AF65-F5344CB8AC3E}">
        <p14:creationId xmlns:p14="http://schemas.microsoft.com/office/powerpoint/2010/main" val="339483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3631-92F8-180C-3017-DF79BE2CD00C}"/>
              </a:ext>
            </a:extLst>
          </p:cNvPr>
          <p:cNvSpPr>
            <a:spLocks noGrp="1"/>
          </p:cNvSpPr>
          <p:nvPr>
            <p:ph type="title"/>
          </p:nvPr>
        </p:nvSpPr>
        <p:spPr/>
        <p:txBody>
          <a:bodyPr/>
          <a:lstStyle/>
          <a:p>
            <a:r>
              <a:rPr lang="en-US" dirty="0"/>
              <a:t>Table Style</a:t>
            </a:r>
          </a:p>
        </p:txBody>
      </p:sp>
      <p:sp>
        <p:nvSpPr>
          <p:cNvPr id="4" name="Footer Placeholder 3">
            <a:extLst>
              <a:ext uri="{FF2B5EF4-FFF2-40B4-BE49-F238E27FC236}">
                <a16:creationId xmlns:a16="http://schemas.microsoft.com/office/drawing/2014/main" id="{68E31039-C68C-CB71-A626-8B22EF4E4C77}"/>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7A82F3CD-916E-90B9-A1F2-EA1F28ED5E26}"/>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dirty="0"/>
          </a:p>
        </p:txBody>
      </p:sp>
      <p:graphicFrame>
        <p:nvGraphicFramePr>
          <p:cNvPr id="10" name="Content Placeholder 3">
            <a:extLst>
              <a:ext uri="{FF2B5EF4-FFF2-40B4-BE49-F238E27FC236}">
                <a16:creationId xmlns:a16="http://schemas.microsoft.com/office/drawing/2014/main" id="{A3B94185-A2B6-7D59-FF15-49FA736BD5C9}"/>
              </a:ext>
            </a:extLst>
          </p:cNvPr>
          <p:cNvGraphicFramePr>
            <a:graphicFrameLocks/>
          </p:cNvGraphicFramePr>
          <p:nvPr>
            <p:extLst>
              <p:ext uri="{D42A27DB-BD31-4B8C-83A1-F6EECF244321}">
                <p14:modId xmlns:p14="http://schemas.microsoft.com/office/powerpoint/2010/main" val="3800710477"/>
              </p:ext>
            </p:extLst>
          </p:nvPr>
        </p:nvGraphicFramePr>
        <p:xfrm>
          <a:off x="417513" y="1711364"/>
          <a:ext cx="11358560" cy="1112520"/>
        </p:xfrm>
        <a:graphic>
          <a:graphicData uri="http://schemas.openxmlformats.org/drawingml/2006/table">
            <a:tbl>
              <a:tblPr firstRow="1" bandRow="1">
                <a:tableStyleId>{21E4AEA4-8DFA-4A89-87EB-49C32662AFE0}</a:tableStyleId>
              </a:tblPr>
              <a:tblGrid>
                <a:gridCol w="2271712">
                  <a:extLst>
                    <a:ext uri="{9D8B030D-6E8A-4147-A177-3AD203B41FA5}">
                      <a16:colId xmlns:a16="http://schemas.microsoft.com/office/drawing/2014/main" val="3602896022"/>
                    </a:ext>
                  </a:extLst>
                </a:gridCol>
                <a:gridCol w="2271712">
                  <a:extLst>
                    <a:ext uri="{9D8B030D-6E8A-4147-A177-3AD203B41FA5}">
                      <a16:colId xmlns:a16="http://schemas.microsoft.com/office/drawing/2014/main" val="810388021"/>
                    </a:ext>
                  </a:extLst>
                </a:gridCol>
                <a:gridCol w="2271712">
                  <a:extLst>
                    <a:ext uri="{9D8B030D-6E8A-4147-A177-3AD203B41FA5}">
                      <a16:colId xmlns:a16="http://schemas.microsoft.com/office/drawing/2014/main" val="4928625"/>
                    </a:ext>
                  </a:extLst>
                </a:gridCol>
                <a:gridCol w="2271712">
                  <a:extLst>
                    <a:ext uri="{9D8B030D-6E8A-4147-A177-3AD203B41FA5}">
                      <a16:colId xmlns:a16="http://schemas.microsoft.com/office/drawing/2014/main" val="2688726408"/>
                    </a:ext>
                  </a:extLst>
                </a:gridCol>
                <a:gridCol w="2271712">
                  <a:extLst>
                    <a:ext uri="{9D8B030D-6E8A-4147-A177-3AD203B41FA5}">
                      <a16:colId xmlns:a16="http://schemas.microsoft.com/office/drawing/2014/main" val="203605256"/>
                    </a:ext>
                  </a:extLst>
                </a:gridCol>
              </a:tblGrid>
              <a:tr h="370840">
                <a:tc>
                  <a:txBody>
                    <a:bodyPr/>
                    <a:lstStyle/>
                    <a:p>
                      <a:pPr algn="ctr"/>
                      <a:r>
                        <a:rPr lang="en-US" sz="1400" dirty="0"/>
                        <a:t>Column 1</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2</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3</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4</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5</a:t>
                      </a:r>
                    </a:p>
                  </a:txBody>
                  <a:tcPr anchor="ctr"/>
                </a:tc>
                <a:extLst>
                  <a:ext uri="{0D108BD9-81ED-4DB2-BD59-A6C34878D82A}">
                    <a16:rowId xmlns:a16="http://schemas.microsoft.com/office/drawing/2014/main" val="300664502"/>
                  </a:ext>
                </a:extLst>
              </a:tr>
              <a:tr h="370840">
                <a:tc>
                  <a:txBody>
                    <a:bodyPr/>
                    <a:lstStyle/>
                    <a:p>
                      <a:pPr algn="l"/>
                      <a:r>
                        <a:rPr lang="en-US" sz="1400" dirty="0"/>
                        <a:t>Text Left Aligned</a:t>
                      </a:r>
                    </a:p>
                  </a:txBody>
                  <a:tcPr anchor="ctr"/>
                </a:tc>
                <a:tc>
                  <a:txBody>
                    <a:bodyPr/>
                    <a:lstStyle/>
                    <a:p>
                      <a:endParaRPr lang="en-US" sz="1400"/>
                    </a:p>
                  </a:txBody>
                  <a:tcPr anchor="ctr"/>
                </a:tc>
                <a:tc>
                  <a:txBody>
                    <a:bodyPr/>
                    <a:lstStyle/>
                    <a:p>
                      <a:endParaRPr lang="en-US" sz="1400"/>
                    </a:p>
                  </a:txBody>
                  <a:tcPr anchor="ctr"/>
                </a:tc>
                <a:tc>
                  <a:txBody>
                    <a:bodyPr/>
                    <a:lstStyle/>
                    <a:p>
                      <a:endParaRPr lang="en-US" sz="1400"/>
                    </a:p>
                  </a:txBody>
                  <a:tcPr anchor="ctr"/>
                </a:tc>
                <a:tc>
                  <a:txBody>
                    <a:bodyPr/>
                    <a:lstStyle/>
                    <a:p>
                      <a:endParaRPr lang="en-US" sz="1400"/>
                    </a:p>
                  </a:txBody>
                  <a:tcPr anchor="ctr"/>
                </a:tc>
                <a:extLst>
                  <a:ext uri="{0D108BD9-81ED-4DB2-BD59-A6C34878D82A}">
                    <a16:rowId xmlns:a16="http://schemas.microsoft.com/office/drawing/2014/main" val="1315799667"/>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Vertical Align: Middle</a:t>
                      </a:r>
                    </a:p>
                  </a:txBody>
                  <a:tcPr anchor="ctr"/>
                </a:tc>
                <a:tc>
                  <a:txBody>
                    <a:bodyPr/>
                    <a:lstStyle/>
                    <a:p>
                      <a:endParaRPr lang="en-US" sz="1400" dirty="0"/>
                    </a:p>
                  </a:txBody>
                  <a:tcPr anchor="ctr"/>
                </a:tc>
                <a:tc>
                  <a:txBody>
                    <a:bodyPr/>
                    <a:lstStyle/>
                    <a:p>
                      <a:endParaRPr lang="en-US" sz="1400"/>
                    </a:p>
                  </a:txBody>
                  <a:tcPr anchor="ctr"/>
                </a:tc>
                <a:tc>
                  <a:txBody>
                    <a:bodyPr/>
                    <a:lstStyle/>
                    <a:p>
                      <a:endParaRPr lang="en-US" sz="1400" dirty="0"/>
                    </a:p>
                  </a:txBody>
                  <a:tcPr anchor="ctr"/>
                </a:tc>
                <a:tc>
                  <a:txBody>
                    <a:bodyPr/>
                    <a:lstStyle/>
                    <a:p>
                      <a:endParaRPr lang="en-US" sz="1400" dirty="0"/>
                    </a:p>
                  </a:txBody>
                  <a:tcPr anchor="ctr"/>
                </a:tc>
                <a:extLst>
                  <a:ext uri="{0D108BD9-81ED-4DB2-BD59-A6C34878D82A}">
                    <a16:rowId xmlns:a16="http://schemas.microsoft.com/office/drawing/2014/main" val="314251627"/>
                  </a:ext>
                </a:extLst>
              </a:tr>
            </a:tbl>
          </a:graphicData>
        </a:graphic>
      </p:graphicFrame>
      <p:sp>
        <p:nvSpPr>
          <p:cNvPr id="11" name="Content Placeholder 2">
            <a:extLst>
              <a:ext uri="{FF2B5EF4-FFF2-40B4-BE49-F238E27FC236}">
                <a16:creationId xmlns:a16="http://schemas.microsoft.com/office/drawing/2014/main" id="{A6191AB6-77BA-5348-C7C2-24C021C24694}"/>
              </a:ext>
            </a:extLst>
          </p:cNvPr>
          <p:cNvSpPr txBox="1">
            <a:spLocks/>
          </p:cNvSpPr>
          <p:nvPr/>
        </p:nvSpPr>
        <p:spPr>
          <a:xfrm>
            <a:off x="417600" y="1353312"/>
            <a:ext cx="11358000"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dirty="0"/>
              <a:t>Default—18 pt. size </a:t>
            </a:r>
            <a:r>
              <a:rPr lang="en-US" sz="1400" dirty="0"/>
              <a:t>(recommended to change to 14 pt. size)</a:t>
            </a:r>
          </a:p>
        </p:txBody>
      </p:sp>
      <p:graphicFrame>
        <p:nvGraphicFramePr>
          <p:cNvPr id="3" name="Content Placeholder 3">
            <a:extLst>
              <a:ext uri="{FF2B5EF4-FFF2-40B4-BE49-F238E27FC236}">
                <a16:creationId xmlns:a16="http://schemas.microsoft.com/office/drawing/2014/main" id="{C6BAE6A5-B85F-04A2-8CCD-1016AEA9BB4D}"/>
              </a:ext>
            </a:extLst>
          </p:cNvPr>
          <p:cNvGraphicFramePr>
            <a:graphicFrameLocks/>
          </p:cNvGraphicFramePr>
          <p:nvPr>
            <p:extLst>
              <p:ext uri="{D42A27DB-BD31-4B8C-83A1-F6EECF244321}">
                <p14:modId xmlns:p14="http://schemas.microsoft.com/office/powerpoint/2010/main" val="1316829755"/>
              </p:ext>
            </p:extLst>
          </p:nvPr>
        </p:nvGraphicFramePr>
        <p:xfrm>
          <a:off x="417513" y="3371305"/>
          <a:ext cx="11358000" cy="1080000"/>
        </p:xfrm>
        <a:graphic>
          <a:graphicData uri="http://schemas.openxmlformats.org/drawingml/2006/table">
            <a:tbl>
              <a:tblPr firstRow="1" bandRow="1">
                <a:tableStyleId>{21E4AEA4-8DFA-4A89-87EB-49C32662AFE0}</a:tableStyleId>
              </a:tblPr>
              <a:tblGrid>
                <a:gridCol w="2839500">
                  <a:extLst>
                    <a:ext uri="{9D8B030D-6E8A-4147-A177-3AD203B41FA5}">
                      <a16:colId xmlns:a16="http://schemas.microsoft.com/office/drawing/2014/main" val="3602896022"/>
                    </a:ext>
                  </a:extLst>
                </a:gridCol>
                <a:gridCol w="2839500">
                  <a:extLst>
                    <a:ext uri="{9D8B030D-6E8A-4147-A177-3AD203B41FA5}">
                      <a16:colId xmlns:a16="http://schemas.microsoft.com/office/drawing/2014/main" val="810388021"/>
                    </a:ext>
                  </a:extLst>
                </a:gridCol>
                <a:gridCol w="2839500">
                  <a:extLst>
                    <a:ext uri="{9D8B030D-6E8A-4147-A177-3AD203B41FA5}">
                      <a16:colId xmlns:a16="http://schemas.microsoft.com/office/drawing/2014/main" val="4928625"/>
                    </a:ext>
                  </a:extLst>
                </a:gridCol>
                <a:gridCol w="2839500">
                  <a:extLst>
                    <a:ext uri="{9D8B030D-6E8A-4147-A177-3AD203B41FA5}">
                      <a16:colId xmlns:a16="http://schemas.microsoft.com/office/drawing/2014/main" val="2688726408"/>
                    </a:ext>
                  </a:extLst>
                </a:gridCol>
              </a:tblGrid>
              <a:tr h="360000">
                <a:tc>
                  <a:txBody>
                    <a:bodyPr/>
                    <a:lstStyle/>
                    <a:p>
                      <a:pPr algn="ctr"/>
                      <a:r>
                        <a:rPr lang="en-US" sz="1400" dirty="0"/>
                        <a:t>Column 1</a:t>
                      </a:r>
                    </a:p>
                  </a:txBody>
                  <a:tcPr anchor="ctr">
                    <a:solidFill>
                      <a:schemeClr val="tx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2</a:t>
                      </a:r>
                    </a:p>
                  </a:txBody>
                  <a:tcPr anchor="ctr">
                    <a:solidFill>
                      <a:schemeClr val="tx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3</a:t>
                      </a:r>
                    </a:p>
                  </a:txBody>
                  <a:tcPr anchor="ctr">
                    <a:solidFill>
                      <a:schemeClr val="tx2"/>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4</a:t>
                      </a:r>
                    </a:p>
                  </a:txBody>
                  <a:tcPr anchor="ctr">
                    <a:solidFill>
                      <a:schemeClr val="tx2"/>
                    </a:solidFill>
                  </a:tcPr>
                </a:tc>
                <a:extLst>
                  <a:ext uri="{0D108BD9-81ED-4DB2-BD59-A6C34878D82A}">
                    <a16:rowId xmlns:a16="http://schemas.microsoft.com/office/drawing/2014/main" val="300664502"/>
                  </a:ext>
                </a:extLst>
              </a:tr>
              <a:tr h="360000">
                <a:tc>
                  <a:txBody>
                    <a:bodyPr/>
                    <a:lstStyle/>
                    <a:p>
                      <a:pPr algn="ctr"/>
                      <a:r>
                        <a:rPr lang="en-US" sz="1400" dirty="0"/>
                        <a:t>Text Center Aligned</a:t>
                      </a:r>
                    </a:p>
                  </a:txBody>
                  <a:tcPr anchor="ctr">
                    <a:solidFill>
                      <a:schemeClr val="bg2">
                        <a:lumMod val="40000"/>
                        <a:lumOff val="60000"/>
                      </a:schemeClr>
                    </a:solidFill>
                  </a:tcPr>
                </a:tc>
                <a:tc>
                  <a:txBody>
                    <a:bodyPr/>
                    <a:lstStyle/>
                    <a:p>
                      <a:pPr algn="ctr"/>
                      <a:endParaRPr lang="en-US" sz="1400" dirty="0"/>
                    </a:p>
                  </a:txBody>
                  <a:tcPr anchor="ctr">
                    <a:solidFill>
                      <a:schemeClr val="bg2">
                        <a:lumMod val="40000"/>
                        <a:lumOff val="60000"/>
                      </a:schemeClr>
                    </a:solidFill>
                  </a:tcPr>
                </a:tc>
                <a:tc>
                  <a:txBody>
                    <a:bodyPr/>
                    <a:lstStyle/>
                    <a:p>
                      <a:pPr algn="ctr"/>
                      <a:endParaRPr lang="en-US" sz="1400" dirty="0"/>
                    </a:p>
                  </a:txBody>
                  <a:tcPr anchor="ctr">
                    <a:solidFill>
                      <a:schemeClr val="bg2">
                        <a:lumMod val="40000"/>
                        <a:lumOff val="60000"/>
                      </a:schemeClr>
                    </a:solidFill>
                  </a:tcPr>
                </a:tc>
                <a:tc>
                  <a:txBody>
                    <a:bodyPr/>
                    <a:lstStyle/>
                    <a:p>
                      <a:pPr algn="ctr"/>
                      <a:endParaRPr lang="en-US" sz="1400" dirty="0"/>
                    </a:p>
                  </a:txBody>
                  <a:tcPr anchor="ctr">
                    <a:solidFill>
                      <a:schemeClr val="bg2">
                        <a:lumMod val="40000"/>
                        <a:lumOff val="60000"/>
                      </a:schemeClr>
                    </a:solidFill>
                  </a:tcPr>
                </a:tc>
                <a:extLst>
                  <a:ext uri="{0D108BD9-81ED-4DB2-BD59-A6C34878D82A}">
                    <a16:rowId xmlns:a16="http://schemas.microsoft.com/office/drawing/2014/main" val="1315799667"/>
                  </a:ext>
                </a:extLst>
              </a:tr>
              <a:tr h="36000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Vertical Align: Middle</a:t>
                      </a:r>
                    </a:p>
                  </a:txBody>
                  <a:tcPr anchor="ctr">
                    <a:solidFill>
                      <a:schemeClr val="bg2">
                        <a:lumMod val="20000"/>
                        <a:lumOff val="80000"/>
                      </a:schemeClr>
                    </a:solidFill>
                  </a:tcPr>
                </a:tc>
                <a:tc>
                  <a:txBody>
                    <a:bodyPr/>
                    <a:lstStyle/>
                    <a:p>
                      <a:pPr algn="ctr"/>
                      <a:endParaRPr lang="en-US" sz="1400" dirty="0"/>
                    </a:p>
                  </a:txBody>
                  <a:tcPr anchor="ctr">
                    <a:solidFill>
                      <a:schemeClr val="bg2">
                        <a:lumMod val="20000"/>
                        <a:lumOff val="80000"/>
                      </a:schemeClr>
                    </a:solidFill>
                  </a:tcPr>
                </a:tc>
                <a:tc>
                  <a:txBody>
                    <a:bodyPr/>
                    <a:lstStyle/>
                    <a:p>
                      <a:pPr algn="ctr"/>
                      <a:endParaRPr lang="en-US" sz="1400" dirty="0"/>
                    </a:p>
                  </a:txBody>
                  <a:tcPr anchor="ctr">
                    <a:solidFill>
                      <a:schemeClr val="bg2">
                        <a:lumMod val="20000"/>
                        <a:lumOff val="80000"/>
                      </a:schemeClr>
                    </a:solidFill>
                  </a:tcPr>
                </a:tc>
                <a:tc>
                  <a:txBody>
                    <a:bodyPr/>
                    <a:lstStyle/>
                    <a:p>
                      <a:pPr algn="ctr"/>
                      <a:endParaRPr lang="en-US" sz="1400" dirty="0"/>
                    </a:p>
                  </a:txBody>
                  <a:tcPr anchor="ctr">
                    <a:solidFill>
                      <a:schemeClr val="bg2">
                        <a:lumMod val="20000"/>
                        <a:lumOff val="80000"/>
                      </a:schemeClr>
                    </a:solidFill>
                  </a:tcPr>
                </a:tc>
                <a:extLst>
                  <a:ext uri="{0D108BD9-81ED-4DB2-BD59-A6C34878D82A}">
                    <a16:rowId xmlns:a16="http://schemas.microsoft.com/office/drawing/2014/main" val="314251627"/>
                  </a:ext>
                </a:extLst>
              </a:tr>
            </a:tbl>
          </a:graphicData>
        </a:graphic>
      </p:graphicFrame>
      <p:sp>
        <p:nvSpPr>
          <p:cNvPr id="12" name="Content Placeholder 2">
            <a:extLst>
              <a:ext uri="{FF2B5EF4-FFF2-40B4-BE49-F238E27FC236}">
                <a16:creationId xmlns:a16="http://schemas.microsoft.com/office/drawing/2014/main" id="{DC723615-A17B-793F-2F0F-B485C393E5B9}"/>
              </a:ext>
            </a:extLst>
          </p:cNvPr>
          <p:cNvSpPr txBox="1">
            <a:spLocks/>
          </p:cNvSpPr>
          <p:nvPr/>
        </p:nvSpPr>
        <p:spPr>
          <a:xfrm>
            <a:off x="417600" y="3082270"/>
            <a:ext cx="11358000"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sz="1400" dirty="0"/>
              <a:t>Alternate Custom Style #1—14 pt. Size, Row Height: 1 cm Minimum, Title and Text Centered</a:t>
            </a:r>
          </a:p>
        </p:txBody>
      </p:sp>
      <p:graphicFrame>
        <p:nvGraphicFramePr>
          <p:cNvPr id="13" name="Content Placeholder 3">
            <a:extLst>
              <a:ext uri="{FF2B5EF4-FFF2-40B4-BE49-F238E27FC236}">
                <a16:creationId xmlns:a16="http://schemas.microsoft.com/office/drawing/2014/main" id="{4FD1D92C-B066-2521-DD8A-63175A33B69B}"/>
              </a:ext>
            </a:extLst>
          </p:cNvPr>
          <p:cNvGraphicFramePr>
            <a:graphicFrameLocks/>
          </p:cNvGraphicFramePr>
          <p:nvPr>
            <p:extLst>
              <p:ext uri="{D42A27DB-BD31-4B8C-83A1-F6EECF244321}">
                <p14:modId xmlns:p14="http://schemas.microsoft.com/office/powerpoint/2010/main" val="2224751084"/>
              </p:ext>
            </p:extLst>
          </p:nvPr>
        </p:nvGraphicFramePr>
        <p:xfrm>
          <a:off x="417513" y="5131913"/>
          <a:ext cx="11358000" cy="1080000"/>
        </p:xfrm>
        <a:graphic>
          <a:graphicData uri="http://schemas.openxmlformats.org/drawingml/2006/table">
            <a:tbl>
              <a:tblPr firstRow="1" bandRow="1">
                <a:tableStyleId>{21E4AEA4-8DFA-4A89-87EB-49C32662AFE0}</a:tableStyleId>
              </a:tblPr>
              <a:tblGrid>
                <a:gridCol w="2839500">
                  <a:extLst>
                    <a:ext uri="{9D8B030D-6E8A-4147-A177-3AD203B41FA5}">
                      <a16:colId xmlns:a16="http://schemas.microsoft.com/office/drawing/2014/main" val="3602896022"/>
                    </a:ext>
                  </a:extLst>
                </a:gridCol>
                <a:gridCol w="2839500">
                  <a:extLst>
                    <a:ext uri="{9D8B030D-6E8A-4147-A177-3AD203B41FA5}">
                      <a16:colId xmlns:a16="http://schemas.microsoft.com/office/drawing/2014/main" val="810388021"/>
                    </a:ext>
                  </a:extLst>
                </a:gridCol>
                <a:gridCol w="2839500">
                  <a:extLst>
                    <a:ext uri="{9D8B030D-6E8A-4147-A177-3AD203B41FA5}">
                      <a16:colId xmlns:a16="http://schemas.microsoft.com/office/drawing/2014/main" val="4928625"/>
                    </a:ext>
                  </a:extLst>
                </a:gridCol>
                <a:gridCol w="2839500">
                  <a:extLst>
                    <a:ext uri="{9D8B030D-6E8A-4147-A177-3AD203B41FA5}">
                      <a16:colId xmlns:a16="http://schemas.microsoft.com/office/drawing/2014/main" val="2688726408"/>
                    </a:ext>
                  </a:extLst>
                </a:gridCol>
              </a:tblGrid>
              <a:tr h="360000">
                <a:tc>
                  <a:txBody>
                    <a:bodyPr/>
                    <a:lstStyle/>
                    <a:p>
                      <a:pPr algn="ctr"/>
                      <a:r>
                        <a:rPr lang="en-US" sz="1400" dirty="0"/>
                        <a:t>Column 1</a:t>
                      </a:r>
                    </a:p>
                  </a:txBody>
                  <a:tcPr anchor="ctr">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2</a:t>
                      </a:r>
                    </a:p>
                  </a:txBody>
                  <a:tcPr anchor="ctr">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3</a:t>
                      </a:r>
                    </a:p>
                  </a:txBody>
                  <a:tcPr anchor="ctr">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t>Column 4</a:t>
                      </a:r>
                    </a:p>
                  </a:txBody>
                  <a:tcPr anchor="ctr">
                    <a:solidFill>
                      <a:schemeClr val="accent1"/>
                    </a:solidFill>
                  </a:tcPr>
                </a:tc>
                <a:extLst>
                  <a:ext uri="{0D108BD9-81ED-4DB2-BD59-A6C34878D82A}">
                    <a16:rowId xmlns:a16="http://schemas.microsoft.com/office/drawing/2014/main" val="300664502"/>
                  </a:ext>
                </a:extLst>
              </a:tr>
              <a:tr h="360000">
                <a:tc>
                  <a:txBody>
                    <a:bodyPr/>
                    <a:lstStyle/>
                    <a:p>
                      <a:pPr algn="l"/>
                      <a:r>
                        <a:rPr lang="en-US" sz="1400"/>
                        <a:t>Text Left </a:t>
                      </a:r>
                      <a:r>
                        <a:rPr lang="en-US" sz="1400" dirty="0"/>
                        <a:t>Aligned</a:t>
                      </a:r>
                    </a:p>
                  </a:txBody>
                  <a:tcPr anchor="ctr">
                    <a:solidFill>
                      <a:schemeClr val="bg2">
                        <a:lumMod val="40000"/>
                        <a:lumOff val="60000"/>
                      </a:schemeClr>
                    </a:solidFill>
                  </a:tcPr>
                </a:tc>
                <a:tc>
                  <a:txBody>
                    <a:bodyPr/>
                    <a:lstStyle/>
                    <a:p>
                      <a:pPr algn="l"/>
                      <a:endParaRPr lang="en-US" sz="1400" dirty="0"/>
                    </a:p>
                  </a:txBody>
                  <a:tcPr anchor="ctr">
                    <a:solidFill>
                      <a:schemeClr val="bg2">
                        <a:lumMod val="40000"/>
                        <a:lumOff val="60000"/>
                      </a:schemeClr>
                    </a:solidFill>
                  </a:tcPr>
                </a:tc>
                <a:tc>
                  <a:txBody>
                    <a:bodyPr/>
                    <a:lstStyle/>
                    <a:p>
                      <a:pPr algn="l"/>
                      <a:endParaRPr lang="en-US" sz="1400" dirty="0"/>
                    </a:p>
                  </a:txBody>
                  <a:tcPr anchor="ctr">
                    <a:solidFill>
                      <a:schemeClr val="bg2">
                        <a:lumMod val="40000"/>
                        <a:lumOff val="60000"/>
                      </a:schemeClr>
                    </a:solidFill>
                  </a:tcPr>
                </a:tc>
                <a:tc>
                  <a:txBody>
                    <a:bodyPr/>
                    <a:lstStyle/>
                    <a:p>
                      <a:pPr algn="l"/>
                      <a:endParaRPr lang="en-US" sz="1400"/>
                    </a:p>
                  </a:txBody>
                  <a:tcPr anchor="ctr">
                    <a:solidFill>
                      <a:schemeClr val="bg2">
                        <a:lumMod val="40000"/>
                        <a:lumOff val="60000"/>
                      </a:schemeClr>
                    </a:solidFill>
                  </a:tcPr>
                </a:tc>
                <a:extLst>
                  <a:ext uri="{0D108BD9-81ED-4DB2-BD59-A6C34878D82A}">
                    <a16:rowId xmlns:a16="http://schemas.microsoft.com/office/drawing/2014/main" val="1315799667"/>
                  </a:ext>
                </a:extLst>
              </a:tr>
              <a:tr h="3600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Vertical Align: Middle</a:t>
                      </a:r>
                    </a:p>
                  </a:txBody>
                  <a:tcPr anchor="ctr">
                    <a:solidFill>
                      <a:schemeClr val="bg2">
                        <a:lumMod val="20000"/>
                        <a:lumOff val="80000"/>
                      </a:schemeClr>
                    </a:solidFill>
                  </a:tcPr>
                </a:tc>
                <a:tc>
                  <a:txBody>
                    <a:bodyPr/>
                    <a:lstStyle/>
                    <a:p>
                      <a:pPr algn="l"/>
                      <a:endParaRPr lang="en-US" sz="1400" dirty="0"/>
                    </a:p>
                  </a:txBody>
                  <a:tcPr anchor="ctr">
                    <a:solidFill>
                      <a:schemeClr val="bg2">
                        <a:lumMod val="20000"/>
                        <a:lumOff val="80000"/>
                      </a:schemeClr>
                    </a:solidFill>
                  </a:tcPr>
                </a:tc>
                <a:tc>
                  <a:txBody>
                    <a:bodyPr/>
                    <a:lstStyle/>
                    <a:p>
                      <a:pPr algn="l"/>
                      <a:endParaRPr lang="en-US" sz="1400" dirty="0"/>
                    </a:p>
                  </a:txBody>
                  <a:tcPr anchor="ctr">
                    <a:solidFill>
                      <a:schemeClr val="bg2">
                        <a:lumMod val="20000"/>
                        <a:lumOff val="80000"/>
                      </a:schemeClr>
                    </a:solidFill>
                  </a:tcPr>
                </a:tc>
                <a:tc>
                  <a:txBody>
                    <a:bodyPr/>
                    <a:lstStyle/>
                    <a:p>
                      <a:pPr algn="l"/>
                      <a:endParaRPr lang="en-US" sz="1400" dirty="0"/>
                    </a:p>
                  </a:txBody>
                  <a:tcPr anchor="ctr">
                    <a:solidFill>
                      <a:schemeClr val="bg2">
                        <a:lumMod val="20000"/>
                        <a:lumOff val="80000"/>
                      </a:schemeClr>
                    </a:solidFill>
                  </a:tcPr>
                </a:tc>
                <a:extLst>
                  <a:ext uri="{0D108BD9-81ED-4DB2-BD59-A6C34878D82A}">
                    <a16:rowId xmlns:a16="http://schemas.microsoft.com/office/drawing/2014/main" val="314251627"/>
                  </a:ext>
                </a:extLst>
              </a:tr>
            </a:tbl>
          </a:graphicData>
        </a:graphic>
      </p:graphicFrame>
      <p:sp>
        <p:nvSpPr>
          <p:cNvPr id="14" name="Content Placeholder 2">
            <a:extLst>
              <a:ext uri="{FF2B5EF4-FFF2-40B4-BE49-F238E27FC236}">
                <a16:creationId xmlns:a16="http://schemas.microsoft.com/office/drawing/2014/main" id="{27F6F5FE-8FA0-D591-4972-23FDA7BC70EE}"/>
              </a:ext>
            </a:extLst>
          </p:cNvPr>
          <p:cNvSpPr txBox="1">
            <a:spLocks/>
          </p:cNvSpPr>
          <p:nvPr/>
        </p:nvSpPr>
        <p:spPr>
          <a:xfrm>
            <a:off x="417600" y="4842878"/>
            <a:ext cx="11358000"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sz="1400" dirty="0"/>
              <a:t>Alternate Custom Style #2—14 pt. Size, Row Height: 1 cm Minimum, Title Centered, Text Left Aligned</a:t>
            </a:r>
          </a:p>
        </p:txBody>
      </p:sp>
    </p:spTree>
    <p:extLst>
      <p:ext uri="{BB962C8B-B14F-4D97-AF65-F5344CB8AC3E}">
        <p14:creationId xmlns:p14="http://schemas.microsoft.com/office/powerpoint/2010/main" val="296923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3631-92F8-180C-3017-DF79BE2CD00C}"/>
              </a:ext>
            </a:extLst>
          </p:cNvPr>
          <p:cNvSpPr>
            <a:spLocks noGrp="1"/>
          </p:cNvSpPr>
          <p:nvPr>
            <p:ph type="title"/>
          </p:nvPr>
        </p:nvSpPr>
        <p:spPr/>
        <p:txBody>
          <a:bodyPr/>
          <a:lstStyle/>
          <a:p>
            <a:r>
              <a:rPr lang="en-US" dirty="0"/>
              <a:t>Chart Style</a:t>
            </a:r>
          </a:p>
        </p:txBody>
      </p:sp>
      <p:sp>
        <p:nvSpPr>
          <p:cNvPr id="4" name="Footer Placeholder 3">
            <a:extLst>
              <a:ext uri="{FF2B5EF4-FFF2-40B4-BE49-F238E27FC236}">
                <a16:creationId xmlns:a16="http://schemas.microsoft.com/office/drawing/2014/main" id="{68E31039-C68C-CB71-A626-8B22EF4E4C77}"/>
              </a:ext>
            </a:extLst>
          </p:cNvPr>
          <p:cNvSpPr>
            <a:spLocks noGrp="1"/>
          </p:cNvSpPr>
          <p:nvPr>
            <p:ph type="ftr" sz="quarter" idx="3"/>
          </p:nvPr>
        </p:nvSpPr>
        <p:spPr/>
        <p:txBody>
          <a:bodyPr/>
          <a:lstStyle/>
          <a:p>
            <a:r>
              <a:rPr lang="en-IE" dirty="0"/>
              <a:t>©2025 Analog Devices, Inc. All Rights Reserved. </a:t>
            </a:r>
          </a:p>
        </p:txBody>
      </p:sp>
      <p:sp>
        <p:nvSpPr>
          <p:cNvPr id="5" name="Slide Number Placeholder 4">
            <a:extLst>
              <a:ext uri="{FF2B5EF4-FFF2-40B4-BE49-F238E27FC236}">
                <a16:creationId xmlns:a16="http://schemas.microsoft.com/office/drawing/2014/main" id="{7A82F3CD-916E-90B9-A1F2-EA1F28ED5E26}"/>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dirty="0"/>
          </a:p>
        </p:txBody>
      </p:sp>
      <p:grpSp>
        <p:nvGrpSpPr>
          <p:cNvPr id="3" name="Group 2">
            <a:extLst>
              <a:ext uri="{FF2B5EF4-FFF2-40B4-BE49-F238E27FC236}">
                <a16:creationId xmlns:a16="http://schemas.microsoft.com/office/drawing/2014/main" id="{B9775611-E681-D9BC-65B4-5EB8F314A6CB}"/>
              </a:ext>
            </a:extLst>
          </p:cNvPr>
          <p:cNvGrpSpPr/>
          <p:nvPr/>
        </p:nvGrpSpPr>
        <p:grpSpPr>
          <a:xfrm>
            <a:off x="8405360" y="1715347"/>
            <a:ext cx="3492000" cy="4715934"/>
            <a:chOff x="8405360" y="1715347"/>
            <a:chExt cx="3492000" cy="4715934"/>
          </a:xfrm>
        </p:grpSpPr>
        <p:graphicFrame>
          <p:nvGraphicFramePr>
            <p:cNvPr id="12" name="Chart 11">
              <a:extLst>
                <a:ext uri="{FF2B5EF4-FFF2-40B4-BE49-F238E27FC236}">
                  <a16:creationId xmlns:a16="http://schemas.microsoft.com/office/drawing/2014/main" id="{C556F0C3-7070-9D5B-22E6-33FF7E02C6E9}"/>
                </a:ext>
              </a:extLst>
            </p:cNvPr>
            <p:cNvGraphicFramePr/>
            <p:nvPr>
              <p:extLst>
                <p:ext uri="{D42A27DB-BD31-4B8C-83A1-F6EECF244321}">
                  <p14:modId xmlns:p14="http://schemas.microsoft.com/office/powerpoint/2010/main" val="1050269085"/>
                </p:ext>
              </p:extLst>
            </p:nvPr>
          </p:nvGraphicFramePr>
          <p:xfrm>
            <a:off x="8405360" y="4185921"/>
            <a:ext cx="3492000" cy="2245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a:extLst>
                <a:ext uri="{FF2B5EF4-FFF2-40B4-BE49-F238E27FC236}">
                  <a16:creationId xmlns:a16="http://schemas.microsoft.com/office/drawing/2014/main" id="{236F491E-95F1-B3FE-B468-ECB0780082DC}"/>
                </a:ext>
              </a:extLst>
            </p:cNvPr>
            <p:cNvGraphicFramePr/>
            <p:nvPr>
              <p:extLst>
                <p:ext uri="{D42A27DB-BD31-4B8C-83A1-F6EECF244321}">
                  <p14:modId xmlns:p14="http://schemas.microsoft.com/office/powerpoint/2010/main" val="8935486"/>
                </p:ext>
              </p:extLst>
            </p:nvPr>
          </p:nvGraphicFramePr>
          <p:xfrm>
            <a:off x="8405360" y="1715347"/>
            <a:ext cx="3492000" cy="2325773"/>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14" name="Group 13">
            <a:extLst>
              <a:ext uri="{FF2B5EF4-FFF2-40B4-BE49-F238E27FC236}">
                <a16:creationId xmlns:a16="http://schemas.microsoft.com/office/drawing/2014/main" id="{7A13377A-A481-ABE9-5B7E-A8AF20BCDF0C}"/>
              </a:ext>
            </a:extLst>
          </p:cNvPr>
          <p:cNvGrpSpPr/>
          <p:nvPr/>
        </p:nvGrpSpPr>
        <p:grpSpPr>
          <a:xfrm>
            <a:off x="4505575" y="1715347"/>
            <a:ext cx="3492000" cy="4715934"/>
            <a:chOff x="4704079" y="1715347"/>
            <a:chExt cx="3492000" cy="4715934"/>
          </a:xfrm>
        </p:grpSpPr>
        <p:graphicFrame>
          <p:nvGraphicFramePr>
            <p:cNvPr id="15" name="Chart 14">
              <a:extLst>
                <a:ext uri="{FF2B5EF4-FFF2-40B4-BE49-F238E27FC236}">
                  <a16:creationId xmlns:a16="http://schemas.microsoft.com/office/drawing/2014/main" id="{AB6CEB87-01A4-48B3-075D-B6498A364F11}"/>
                </a:ext>
              </a:extLst>
            </p:cNvPr>
            <p:cNvGraphicFramePr/>
            <p:nvPr>
              <p:extLst>
                <p:ext uri="{D42A27DB-BD31-4B8C-83A1-F6EECF244321}">
                  <p14:modId xmlns:p14="http://schemas.microsoft.com/office/powerpoint/2010/main" val="3373236156"/>
                </p:ext>
              </p:extLst>
            </p:nvPr>
          </p:nvGraphicFramePr>
          <p:xfrm>
            <a:off x="4704079" y="4185921"/>
            <a:ext cx="3492000" cy="22453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A5CC452A-67E1-F928-D55C-05490E8615BD}"/>
                </a:ext>
              </a:extLst>
            </p:cNvPr>
            <p:cNvGraphicFramePr/>
            <p:nvPr>
              <p:extLst>
                <p:ext uri="{D42A27DB-BD31-4B8C-83A1-F6EECF244321}">
                  <p14:modId xmlns:p14="http://schemas.microsoft.com/office/powerpoint/2010/main" val="896405927"/>
                </p:ext>
              </p:extLst>
            </p:nvPr>
          </p:nvGraphicFramePr>
          <p:xfrm>
            <a:off x="4704079" y="1715347"/>
            <a:ext cx="3492000" cy="2325773"/>
          </p:xfrm>
          <a:graphic>
            <a:graphicData uri="http://schemas.openxmlformats.org/drawingml/2006/chart">
              <c:chart xmlns:c="http://schemas.openxmlformats.org/drawingml/2006/chart" xmlns:r="http://schemas.openxmlformats.org/officeDocument/2006/relationships" r:id="rId5"/>
            </a:graphicData>
          </a:graphic>
        </p:graphicFrame>
      </p:grpSp>
      <p:sp>
        <p:nvSpPr>
          <p:cNvPr id="17" name="Content Placeholder 2">
            <a:extLst>
              <a:ext uri="{FF2B5EF4-FFF2-40B4-BE49-F238E27FC236}">
                <a16:creationId xmlns:a16="http://schemas.microsoft.com/office/drawing/2014/main" id="{09C45E9B-7BED-804C-0C7C-1C216BDF3A22}"/>
              </a:ext>
            </a:extLst>
          </p:cNvPr>
          <p:cNvSpPr txBox="1">
            <a:spLocks/>
          </p:cNvSpPr>
          <p:nvPr/>
        </p:nvSpPr>
        <p:spPr>
          <a:xfrm>
            <a:off x="4563515" y="1353312"/>
            <a:ext cx="1726160"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dirty="0"/>
              <a:t>Custom Style</a:t>
            </a:r>
            <a:endParaRPr lang="en-US" sz="1400" dirty="0"/>
          </a:p>
        </p:txBody>
      </p:sp>
      <p:grpSp>
        <p:nvGrpSpPr>
          <p:cNvPr id="18" name="Group 17">
            <a:extLst>
              <a:ext uri="{FF2B5EF4-FFF2-40B4-BE49-F238E27FC236}">
                <a16:creationId xmlns:a16="http://schemas.microsoft.com/office/drawing/2014/main" id="{6A071A29-0EB5-A772-85B7-78A9C37C7EAF}"/>
              </a:ext>
            </a:extLst>
          </p:cNvPr>
          <p:cNvGrpSpPr/>
          <p:nvPr/>
        </p:nvGrpSpPr>
        <p:grpSpPr>
          <a:xfrm>
            <a:off x="355599" y="1715347"/>
            <a:ext cx="3492001" cy="4797214"/>
            <a:chOff x="355599" y="1715347"/>
            <a:chExt cx="3492001" cy="4797214"/>
          </a:xfrm>
        </p:grpSpPr>
        <p:graphicFrame>
          <p:nvGraphicFramePr>
            <p:cNvPr id="19" name="Chart 18">
              <a:extLst>
                <a:ext uri="{FF2B5EF4-FFF2-40B4-BE49-F238E27FC236}">
                  <a16:creationId xmlns:a16="http://schemas.microsoft.com/office/drawing/2014/main" id="{9B6A1502-D1EC-C07F-F0EF-87C13B76EF2B}"/>
                </a:ext>
              </a:extLst>
            </p:cNvPr>
            <p:cNvGraphicFramePr/>
            <p:nvPr>
              <p:extLst>
                <p:ext uri="{D42A27DB-BD31-4B8C-83A1-F6EECF244321}">
                  <p14:modId xmlns:p14="http://schemas.microsoft.com/office/powerpoint/2010/main" val="2939258346"/>
                </p:ext>
              </p:extLst>
            </p:nvPr>
          </p:nvGraphicFramePr>
          <p:xfrm>
            <a:off x="355600" y="4267201"/>
            <a:ext cx="3492000" cy="224536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0" name="Chart 19">
              <a:extLst>
                <a:ext uri="{FF2B5EF4-FFF2-40B4-BE49-F238E27FC236}">
                  <a16:creationId xmlns:a16="http://schemas.microsoft.com/office/drawing/2014/main" id="{899FA39B-ADDE-C6EC-4EFC-F5F9CEBF2158}"/>
                </a:ext>
              </a:extLst>
            </p:cNvPr>
            <p:cNvGraphicFramePr/>
            <p:nvPr>
              <p:extLst>
                <p:ext uri="{D42A27DB-BD31-4B8C-83A1-F6EECF244321}">
                  <p14:modId xmlns:p14="http://schemas.microsoft.com/office/powerpoint/2010/main" val="285859261"/>
                </p:ext>
              </p:extLst>
            </p:nvPr>
          </p:nvGraphicFramePr>
          <p:xfrm>
            <a:off x="355599" y="1715347"/>
            <a:ext cx="3492000" cy="2325773"/>
          </p:xfrm>
          <a:graphic>
            <a:graphicData uri="http://schemas.openxmlformats.org/drawingml/2006/chart">
              <c:chart xmlns:c="http://schemas.openxmlformats.org/drawingml/2006/chart" xmlns:r="http://schemas.openxmlformats.org/officeDocument/2006/relationships" r:id="rId7"/>
            </a:graphicData>
          </a:graphic>
        </p:graphicFrame>
      </p:grpSp>
      <p:sp>
        <p:nvSpPr>
          <p:cNvPr id="21" name="Content Placeholder 2">
            <a:extLst>
              <a:ext uri="{FF2B5EF4-FFF2-40B4-BE49-F238E27FC236}">
                <a16:creationId xmlns:a16="http://schemas.microsoft.com/office/drawing/2014/main" id="{5262501C-1E4D-141B-9B38-5FF4C2518CE6}"/>
              </a:ext>
            </a:extLst>
          </p:cNvPr>
          <p:cNvSpPr txBox="1">
            <a:spLocks/>
          </p:cNvSpPr>
          <p:nvPr/>
        </p:nvSpPr>
        <p:spPr>
          <a:xfrm>
            <a:off x="417600" y="1353312"/>
            <a:ext cx="1726160"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dirty="0"/>
              <a:t>Default Style</a:t>
            </a:r>
            <a:endParaRPr lang="en-US" sz="1400" dirty="0"/>
          </a:p>
        </p:txBody>
      </p:sp>
      <p:sp>
        <p:nvSpPr>
          <p:cNvPr id="22" name="TextBox 21">
            <a:extLst>
              <a:ext uri="{FF2B5EF4-FFF2-40B4-BE49-F238E27FC236}">
                <a16:creationId xmlns:a16="http://schemas.microsoft.com/office/drawing/2014/main" id="{7D875DF8-9A4A-FD30-AF4C-67E09D76AE10}"/>
              </a:ext>
            </a:extLst>
          </p:cNvPr>
          <p:cNvSpPr txBox="1"/>
          <p:nvPr/>
        </p:nvSpPr>
        <p:spPr>
          <a:xfrm>
            <a:off x="7250653" y="6434458"/>
            <a:ext cx="4598895" cy="275460"/>
          </a:xfrm>
          <a:prstGeom prst="rect">
            <a:avLst/>
          </a:prstGeom>
          <a:noFill/>
        </p:spPr>
        <p:txBody>
          <a:bodyPr wrap="square">
            <a:spAutoFit/>
          </a:bodyPr>
          <a:lstStyle/>
          <a:p>
            <a:pPr marL="9525" algn="r">
              <a:lnSpc>
                <a:spcPct val="110000"/>
              </a:lnSpc>
              <a:spcAft>
                <a:spcPts val="600"/>
              </a:spcAft>
            </a:pPr>
            <a:r>
              <a:rPr lang="en-CA" sz="1200" i="1" dirty="0"/>
              <a:t>*Chart size should be large for audience accessibility</a:t>
            </a:r>
          </a:p>
        </p:txBody>
      </p:sp>
    </p:spTree>
    <p:extLst>
      <p:ext uri="{BB962C8B-B14F-4D97-AF65-F5344CB8AC3E}">
        <p14:creationId xmlns:p14="http://schemas.microsoft.com/office/powerpoint/2010/main" val="200942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4E3EE33-8A3E-9C3D-2889-99CD0A3CA8C8}"/>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80E370BD-B20C-AB65-E678-C713526B6431}"/>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dirty="0"/>
          </a:p>
        </p:txBody>
      </p:sp>
      <p:sp>
        <p:nvSpPr>
          <p:cNvPr id="5" name="Title 4">
            <a:extLst>
              <a:ext uri="{FF2B5EF4-FFF2-40B4-BE49-F238E27FC236}">
                <a16:creationId xmlns:a16="http://schemas.microsoft.com/office/drawing/2014/main" id="{9FFE6319-1B00-3CC8-304E-92210A394E19}"/>
              </a:ext>
            </a:extLst>
          </p:cNvPr>
          <p:cNvSpPr>
            <a:spLocks noGrp="1"/>
          </p:cNvSpPr>
          <p:nvPr>
            <p:ph type="title"/>
          </p:nvPr>
        </p:nvSpPr>
        <p:spPr/>
        <p:txBody>
          <a:bodyPr/>
          <a:lstStyle/>
          <a:p>
            <a:r>
              <a:rPr lang="en-US" dirty="0"/>
              <a:t>Chart Style</a:t>
            </a:r>
          </a:p>
        </p:txBody>
      </p:sp>
      <p:grpSp>
        <p:nvGrpSpPr>
          <p:cNvPr id="6" name="Group 5">
            <a:extLst>
              <a:ext uri="{FF2B5EF4-FFF2-40B4-BE49-F238E27FC236}">
                <a16:creationId xmlns:a16="http://schemas.microsoft.com/office/drawing/2014/main" id="{0347F177-6429-7EB4-54AC-C710A527349A}"/>
              </a:ext>
            </a:extLst>
          </p:cNvPr>
          <p:cNvGrpSpPr/>
          <p:nvPr/>
        </p:nvGrpSpPr>
        <p:grpSpPr>
          <a:xfrm>
            <a:off x="8405360" y="1715347"/>
            <a:ext cx="3492000" cy="4715934"/>
            <a:chOff x="8405360" y="1715347"/>
            <a:chExt cx="3492000" cy="4715934"/>
          </a:xfrm>
        </p:grpSpPr>
        <p:graphicFrame>
          <p:nvGraphicFramePr>
            <p:cNvPr id="7" name="Chart 6">
              <a:extLst>
                <a:ext uri="{FF2B5EF4-FFF2-40B4-BE49-F238E27FC236}">
                  <a16:creationId xmlns:a16="http://schemas.microsoft.com/office/drawing/2014/main" id="{ABACF31D-E9AE-56B1-BFAF-0A401467CBC4}"/>
                </a:ext>
              </a:extLst>
            </p:cNvPr>
            <p:cNvGraphicFramePr/>
            <p:nvPr>
              <p:extLst>
                <p:ext uri="{D42A27DB-BD31-4B8C-83A1-F6EECF244321}">
                  <p14:modId xmlns:p14="http://schemas.microsoft.com/office/powerpoint/2010/main" val="2124781160"/>
                </p:ext>
              </p:extLst>
            </p:nvPr>
          </p:nvGraphicFramePr>
          <p:xfrm>
            <a:off x="8405360" y="4185921"/>
            <a:ext cx="3492000" cy="2245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E7716E6F-C9F9-8A0D-F2C2-1D87C11E188E}"/>
                </a:ext>
              </a:extLst>
            </p:cNvPr>
            <p:cNvGraphicFramePr/>
            <p:nvPr>
              <p:extLst>
                <p:ext uri="{D42A27DB-BD31-4B8C-83A1-F6EECF244321}">
                  <p14:modId xmlns:p14="http://schemas.microsoft.com/office/powerpoint/2010/main" val="2461926051"/>
                </p:ext>
              </p:extLst>
            </p:nvPr>
          </p:nvGraphicFramePr>
          <p:xfrm>
            <a:off x="8405360" y="1715347"/>
            <a:ext cx="3492000" cy="2325773"/>
          </p:xfrm>
          <a:graphic>
            <a:graphicData uri="http://schemas.openxmlformats.org/drawingml/2006/chart">
              <c:chart xmlns:c="http://schemas.openxmlformats.org/drawingml/2006/chart" xmlns:r="http://schemas.openxmlformats.org/officeDocument/2006/relationships" r:id="rId3"/>
            </a:graphicData>
          </a:graphic>
        </p:graphicFrame>
      </p:grpSp>
      <p:grpSp>
        <p:nvGrpSpPr>
          <p:cNvPr id="9" name="Group 8">
            <a:extLst>
              <a:ext uri="{FF2B5EF4-FFF2-40B4-BE49-F238E27FC236}">
                <a16:creationId xmlns:a16="http://schemas.microsoft.com/office/drawing/2014/main" id="{EB3BD7C7-6792-F2E4-357B-467C0E17C194}"/>
              </a:ext>
            </a:extLst>
          </p:cNvPr>
          <p:cNvGrpSpPr/>
          <p:nvPr/>
        </p:nvGrpSpPr>
        <p:grpSpPr>
          <a:xfrm>
            <a:off x="4502060" y="1715347"/>
            <a:ext cx="3492000" cy="4715934"/>
            <a:chOff x="4502060" y="1715347"/>
            <a:chExt cx="3492000" cy="4715934"/>
          </a:xfrm>
        </p:grpSpPr>
        <p:graphicFrame>
          <p:nvGraphicFramePr>
            <p:cNvPr id="10" name="Chart 9">
              <a:extLst>
                <a:ext uri="{FF2B5EF4-FFF2-40B4-BE49-F238E27FC236}">
                  <a16:creationId xmlns:a16="http://schemas.microsoft.com/office/drawing/2014/main" id="{2C77D959-8735-7902-6C9F-6FD70A537212}"/>
                </a:ext>
              </a:extLst>
            </p:cNvPr>
            <p:cNvGraphicFramePr/>
            <p:nvPr>
              <p:extLst>
                <p:ext uri="{D42A27DB-BD31-4B8C-83A1-F6EECF244321}">
                  <p14:modId xmlns:p14="http://schemas.microsoft.com/office/powerpoint/2010/main" val="1071164169"/>
                </p:ext>
              </p:extLst>
            </p:nvPr>
          </p:nvGraphicFramePr>
          <p:xfrm>
            <a:off x="4502060" y="4185921"/>
            <a:ext cx="3492000" cy="22453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9BADDCEC-C7FC-98E5-3238-946E274A77AA}"/>
                </a:ext>
              </a:extLst>
            </p:cNvPr>
            <p:cNvGraphicFramePr/>
            <p:nvPr>
              <p:extLst>
                <p:ext uri="{D42A27DB-BD31-4B8C-83A1-F6EECF244321}">
                  <p14:modId xmlns:p14="http://schemas.microsoft.com/office/powerpoint/2010/main" val="2506975753"/>
                </p:ext>
              </p:extLst>
            </p:nvPr>
          </p:nvGraphicFramePr>
          <p:xfrm>
            <a:off x="4502060" y="1715347"/>
            <a:ext cx="3492000" cy="2325773"/>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2" name="Group 11">
            <a:extLst>
              <a:ext uri="{FF2B5EF4-FFF2-40B4-BE49-F238E27FC236}">
                <a16:creationId xmlns:a16="http://schemas.microsoft.com/office/drawing/2014/main" id="{90D5B273-4772-4924-BCAE-01FB7839E685}"/>
              </a:ext>
            </a:extLst>
          </p:cNvPr>
          <p:cNvGrpSpPr/>
          <p:nvPr/>
        </p:nvGrpSpPr>
        <p:grpSpPr>
          <a:xfrm>
            <a:off x="355599" y="1715347"/>
            <a:ext cx="3492001" cy="4797214"/>
            <a:chOff x="355599" y="1715347"/>
            <a:chExt cx="3492001" cy="4797214"/>
          </a:xfrm>
        </p:grpSpPr>
        <p:graphicFrame>
          <p:nvGraphicFramePr>
            <p:cNvPr id="13" name="Chart 12">
              <a:extLst>
                <a:ext uri="{FF2B5EF4-FFF2-40B4-BE49-F238E27FC236}">
                  <a16:creationId xmlns:a16="http://schemas.microsoft.com/office/drawing/2014/main" id="{E28C32EF-11CA-1023-B65A-4A3684539659}"/>
                </a:ext>
              </a:extLst>
            </p:cNvPr>
            <p:cNvGraphicFramePr/>
            <p:nvPr>
              <p:extLst>
                <p:ext uri="{D42A27DB-BD31-4B8C-83A1-F6EECF244321}">
                  <p14:modId xmlns:p14="http://schemas.microsoft.com/office/powerpoint/2010/main" val="757768472"/>
                </p:ext>
              </p:extLst>
            </p:nvPr>
          </p:nvGraphicFramePr>
          <p:xfrm>
            <a:off x="355600" y="4267201"/>
            <a:ext cx="3492000" cy="224536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4" name="Chart 13">
              <a:extLst>
                <a:ext uri="{FF2B5EF4-FFF2-40B4-BE49-F238E27FC236}">
                  <a16:creationId xmlns:a16="http://schemas.microsoft.com/office/drawing/2014/main" id="{066DAE78-F9AC-7D4E-3273-C08D9E457906}"/>
                </a:ext>
              </a:extLst>
            </p:cNvPr>
            <p:cNvGraphicFramePr/>
            <p:nvPr>
              <p:extLst>
                <p:ext uri="{D42A27DB-BD31-4B8C-83A1-F6EECF244321}">
                  <p14:modId xmlns:p14="http://schemas.microsoft.com/office/powerpoint/2010/main" val="975217461"/>
                </p:ext>
              </p:extLst>
            </p:nvPr>
          </p:nvGraphicFramePr>
          <p:xfrm>
            <a:off x="355599" y="1715347"/>
            <a:ext cx="3492000" cy="2325773"/>
          </p:xfrm>
          <a:graphic>
            <a:graphicData uri="http://schemas.openxmlformats.org/drawingml/2006/chart">
              <c:chart xmlns:c="http://schemas.openxmlformats.org/drawingml/2006/chart" xmlns:r="http://schemas.openxmlformats.org/officeDocument/2006/relationships" r:id="rId7"/>
            </a:graphicData>
          </a:graphic>
        </p:graphicFrame>
      </p:grpSp>
      <p:sp>
        <p:nvSpPr>
          <p:cNvPr id="15" name="Content Placeholder 2">
            <a:extLst>
              <a:ext uri="{FF2B5EF4-FFF2-40B4-BE49-F238E27FC236}">
                <a16:creationId xmlns:a16="http://schemas.microsoft.com/office/drawing/2014/main" id="{C044FC70-FE7E-BED2-8838-613A1D744AD2}"/>
              </a:ext>
            </a:extLst>
          </p:cNvPr>
          <p:cNvSpPr txBox="1">
            <a:spLocks/>
          </p:cNvSpPr>
          <p:nvPr/>
        </p:nvSpPr>
        <p:spPr>
          <a:xfrm>
            <a:off x="417599" y="1353312"/>
            <a:ext cx="4976333" cy="290293"/>
          </a:xfrm>
          <a:prstGeom prst="rect">
            <a:avLst/>
          </a:prstGeom>
        </p:spPr>
        <p:txBody>
          <a:bodyPr vert="horz" lIns="0" tIns="0" rIns="0" bIns="0" rtlCol="0" anchor="t" anchorCtr="0">
            <a:noAutofit/>
          </a:bodyPr>
          <a:lstStyle>
            <a:lvl1pPr marL="0" indent="0" algn="l" defTabSz="457200" rtl="0" eaLnBrk="1" latinLnBrk="0" hangingPunct="1">
              <a:lnSpc>
                <a:spcPct val="110000"/>
              </a:lnSpc>
              <a:spcBef>
                <a:spcPts val="600"/>
              </a:spcBef>
              <a:spcAft>
                <a:spcPts val="600"/>
              </a:spcAft>
              <a:buClr>
                <a:schemeClr val="tx1"/>
              </a:buClr>
              <a:buSzPct val="90000"/>
              <a:buFontTx/>
              <a:buNone/>
              <a:tabLst/>
              <a:defRPr lang="en-US" sz="1800" b="0" i="0" kern="1200" baseline="0">
                <a:solidFill>
                  <a:schemeClr val="tx1"/>
                </a:solidFill>
                <a:latin typeface="Barlow" pitchFamily="2" charset="77"/>
                <a:ea typeface="+mn-ea"/>
                <a:cs typeface="Arial" panose="020B0604020202020204" pitchFamily="34" charset="0"/>
              </a:defRPr>
            </a:lvl1pPr>
            <a:lvl2pPr marL="4572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600" b="0" i="0" kern="1200" baseline="0">
                <a:solidFill>
                  <a:schemeClr val="tx1"/>
                </a:solidFill>
                <a:latin typeface="Barlow" pitchFamily="2" charset="77"/>
                <a:ea typeface="+mn-ea"/>
                <a:cs typeface="Arial" panose="020B0604020202020204" pitchFamily="34" charset="0"/>
              </a:defRPr>
            </a:lvl2pPr>
            <a:lvl3pPr marL="866775" indent="-22225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400" b="0" i="0" kern="1200" baseline="0">
                <a:solidFill>
                  <a:schemeClr val="tx1"/>
                </a:solidFill>
                <a:latin typeface="Barlow" pitchFamily="2" charset="77"/>
                <a:ea typeface="+mn-ea"/>
                <a:cs typeface="Arial" panose="020B0604020202020204" pitchFamily="34" charset="0"/>
              </a:defRPr>
            </a:lvl3pPr>
            <a:lvl4pPr marL="1371600" indent="-228600" algn="l" defTabSz="457200" rtl="0" eaLnBrk="1" latinLnBrk="0" hangingPunct="1">
              <a:lnSpc>
                <a:spcPct val="110000"/>
              </a:lnSpc>
              <a:spcBef>
                <a:spcPts val="0"/>
              </a:spcBef>
              <a:spcAft>
                <a:spcPts val="600"/>
              </a:spcAft>
              <a:buClr>
                <a:schemeClr val="tx1"/>
              </a:buClr>
              <a:buSzPct val="90000"/>
              <a:buFont typeface="Arial" panose="020B0604020202020204" pitchFamily="34" charset="0"/>
              <a:buChar char="•"/>
              <a:tabLst/>
              <a:defRPr lang="en-US" sz="1200" b="0" i="0" kern="1200">
                <a:solidFill>
                  <a:schemeClr val="tx1"/>
                </a:solidFill>
                <a:latin typeface="Barlow" pitchFamily="2" charset="77"/>
                <a:ea typeface="+mn-ea"/>
                <a:cs typeface="Arial" panose="020B0604020202020204" pitchFamily="34" charset="0"/>
              </a:defRPr>
            </a:lvl4pPr>
            <a:lvl5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lang="en-US" sz="1400" b="0" i="0" kern="1200" cap="none" spc="0" baseline="0" dirty="0">
                <a:solidFill>
                  <a:schemeClr val="tx1"/>
                </a:solidFill>
                <a:latin typeface="Barlow" pitchFamily="2" charset="77"/>
                <a:ea typeface="+mn-ea"/>
                <a:cs typeface="Arial" panose="020B0604020202020204" pitchFamily="34" charset="0"/>
              </a:defRPr>
            </a:lvl5pPr>
            <a:lvl6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cap="none" spc="0" baseline="0">
                <a:solidFill>
                  <a:schemeClr val="tx1"/>
                </a:solidFill>
                <a:latin typeface="Barlow" pitchFamily="2" charset="77"/>
                <a:ea typeface="+mn-ea"/>
                <a:cs typeface="+mn-cs"/>
              </a:defRPr>
            </a:lvl6pPr>
            <a:lvl7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7pPr>
            <a:lvl8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b="0" i="0" kern="1200">
                <a:solidFill>
                  <a:schemeClr val="tx1"/>
                </a:solidFill>
                <a:latin typeface="Barlow" pitchFamily="2" charset="77"/>
                <a:ea typeface="+mn-ea"/>
                <a:cs typeface="+mn-cs"/>
              </a:defRPr>
            </a:lvl8pPr>
            <a:lvl9pPr marL="1371600" indent="-228600" algn="l" defTabSz="457200" rtl="0" eaLnBrk="1" latinLnBrk="0" hangingPunct="1">
              <a:lnSpc>
                <a:spcPct val="110000"/>
              </a:lnSpc>
              <a:spcBef>
                <a:spcPts val="0"/>
              </a:spcBef>
              <a:spcAft>
                <a:spcPts val="800"/>
              </a:spcAft>
              <a:buClr>
                <a:schemeClr val="accent1"/>
              </a:buClr>
              <a:buSzPct val="70000"/>
              <a:buFont typeface="Wingdings" pitchFamily="2" charset="2"/>
              <a:buChar char="§"/>
              <a:tabLst/>
              <a:defRPr sz="1400" kern="1200">
                <a:solidFill>
                  <a:schemeClr val="tx1"/>
                </a:solidFill>
                <a:latin typeface="+mn-lt"/>
                <a:ea typeface="+mn-ea"/>
                <a:cs typeface="+mn-cs"/>
              </a:defRPr>
            </a:lvl9pPr>
          </a:lstStyle>
          <a:p>
            <a:r>
              <a:rPr lang="en-US" dirty="0">
                <a:solidFill>
                  <a:schemeClr val="bg1"/>
                </a:solidFill>
              </a:rPr>
              <a:t>Custom Style for Dark Blue Background</a:t>
            </a:r>
            <a:endParaRPr lang="en-US" sz="1400" dirty="0">
              <a:solidFill>
                <a:schemeClr val="bg1"/>
              </a:solidFill>
            </a:endParaRPr>
          </a:p>
        </p:txBody>
      </p:sp>
      <p:sp>
        <p:nvSpPr>
          <p:cNvPr id="16" name="TextBox 15">
            <a:extLst>
              <a:ext uri="{FF2B5EF4-FFF2-40B4-BE49-F238E27FC236}">
                <a16:creationId xmlns:a16="http://schemas.microsoft.com/office/drawing/2014/main" id="{D5D8876C-0070-F47B-12EB-2B8045BE4CC1}"/>
              </a:ext>
            </a:extLst>
          </p:cNvPr>
          <p:cNvSpPr txBox="1"/>
          <p:nvPr/>
        </p:nvSpPr>
        <p:spPr>
          <a:xfrm>
            <a:off x="7250653" y="6434458"/>
            <a:ext cx="4598895" cy="275460"/>
          </a:xfrm>
          <a:prstGeom prst="rect">
            <a:avLst/>
          </a:prstGeom>
          <a:noFill/>
        </p:spPr>
        <p:txBody>
          <a:bodyPr wrap="square">
            <a:spAutoFit/>
          </a:bodyPr>
          <a:lstStyle/>
          <a:p>
            <a:pPr marL="9525" algn="r">
              <a:lnSpc>
                <a:spcPct val="110000"/>
              </a:lnSpc>
              <a:spcAft>
                <a:spcPts val="600"/>
              </a:spcAft>
            </a:pPr>
            <a:r>
              <a:rPr lang="en-CA" sz="1200" i="1" dirty="0">
                <a:solidFill>
                  <a:schemeClr val="bg1"/>
                </a:solidFill>
              </a:rPr>
              <a:t>*Chart size should be large for audience accessibility</a:t>
            </a:r>
          </a:p>
        </p:txBody>
      </p:sp>
    </p:spTree>
    <p:extLst>
      <p:ext uri="{BB962C8B-B14F-4D97-AF65-F5344CB8AC3E}">
        <p14:creationId xmlns:p14="http://schemas.microsoft.com/office/powerpoint/2010/main" val="337382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B309FA-1C19-4D54-6E7B-84E23D8467AE}"/>
              </a:ext>
            </a:extLst>
          </p:cNvPr>
          <p:cNvSpPr>
            <a:spLocks noGrp="1"/>
          </p:cNvSpPr>
          <p:nvPr>
            <p:ph type="ftr" sz="quarter" idx="3"/>
          </p:nvPr>
        </p:nvSpPr>
        <p:spPr/>
        <p:txBody>
          <a:bodyPr/>
          <a:lstStyle/>
          <a:p>
            <a:r>
              <a:rPr lang="en-IE"/>
              <a:t>©2025 Analog Devices, Inc. All Rights Reserved. </a:t>
            </a:r>
            <a:endParaRPr lang="en-IE" dirty="0"/>
          </a:p>
        </p:txBody>
      </p:sp>
      <p:sp>
        <p:nvSpPr>
          <p:cNvPr id="3" name="Slide Number Placeholder 2">
            <a:extLst>
              <a:ext uri="{FF2B5EF4-FFF2-40B4-BE49-F238E27FC236}">
                <a16:creationId xmlns:a16="http://schemas.microsoft.com/office/drawing/2014/main" id="{84DE99D7-E72C-4C06-65E4-9BB79B7BF2B9}"/>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dirty="0"/>
          </a:p>
        </p:txBody>
      </p:sp>
      <p:sp>
        <p:nvSpPr>
          <p:cNvPr id="4" name="Title 3">
            <a:extLst>
              <a:ext uri="{FF2B5EF4-FFF2-40B4-BE49-F238E27FC236}">
                <a16:creationId xmlns:a16="http://schemas.microsoft.com/office/drawing/2014/main" id="{DBE3F9B5-D932-9C20-6F33-346CE5AEC045}"/>
              </a:ext>
            </a:extLst>
          </p:cNvPr>
          <p:cNvSpPr>
            <a:spLocks noGrp="1"/>
          </p:cNvSpPr>
          <p:nvPr>
            <p:ph type="title"/>
          </p:nvPr>
        </p:nvSpPr>
        <p:spPr/>
        <p:txBody>
          <a:bodyPr/>
          <a:lstStyle/>
          <a:p>
            <a:endParaRPr lang="en-US"/>
          </a:p>
        </p:txBody>
      </p:sp>
      <p:sp>
        <p:nvSpPr>
          <p:cNvPr id="5" name="Picture Placeholder 4">
            <a:extLst>
              <a:ext uri="{FF2B5EF4-FFF2-40B4-BE49-F238E27FC236}">
                <a16:creationId xmlns:a16="http://schemas.microsoft.com/office/drawing/2014/main" id="{D1C6C411-7934-75DB-E565-C8F6F899CF9E}"/>
              </a:ext>
            </a:extLst>
          </p:cNvPr>
          <p:cNvSpPr>
            <a:spLocks noGrp="1"/>
          </p:cNvSpPr>
          <p:nvPr>
            <p:ph type="pic" sz="quarter" idx="10"/>
          </p:nvPr>
        </p:nvSpPr>
        <p:spPr/>
        <p:txBody>
          <a:bodyPr/>
          <a:lstStyle/>
          <a:p>
            <a:endParaRPr lang="en-US"/>
          </a:p>
        </p:txBody>
      </p:sp>
      <p:sp>
        <p:nvSpPr>
          <p:cNvPr id="6" name="Text Placeholder 5">
            <a:extLst>
              <a:ext uri="{FF2B5EF4-FFF2-40B4-BE49-F238E27FC236}">
                <a16:creationId xmlns:a16="http://schemas.microsoft.com/office/drawing/2014/main" id="{141845EC-BD4C-68E1-90F9-BDC6BE25005B}"/>
              </a:ext>
            </a:extLst>
          </p:cNvPr>
          <p:cNvSpPr>
            <a:spLocks noGrp="1"/>
          </p:cNvSpPr>
          <p:nvPr>
            <p:ph type="body" sz="quarter" idx="11"/>
          </p:nvPr>
        </p:nvSpPr>
        <p:spPr/>
        <p:txBody>
          <a:bodyPr/>
          <a:lstStyle/>
          <a:p>
            <a:endParaRPr lang="en-US"/>
          </a:p>
        </p:txBody>
      </p:sp>
      <p:sp>
        <p:nvSpPr>
          <p:cNvPr id="7" name="Text Placeholder 6">
            <a:extLst>
              <a:ext uri="{FF2B5EF4-FFF2-40B4-BE49-F238E27FC236}">
                <a16:creationId xmlns:a16="http://schemas.microsoft.com/office/drawing/2014/main" id="{B4B3B8A4-4139-D399-96DC-937307ADBCDC}"/>
              </a:ext>
            </a:extLst>
          </p:cNvPr>
          <p:cNvSpPr>
            <a:spLocks noGrp="1"/>
          </p:cNvSpPr>
          <p:nvPr>
            <p:ph type="body" sz="quarter" idx="12"/>
          </p:nvPr>
        </p:nvSpPr>
        <p:spPr/>
        <p:txBody>
          <a:bodyPr/>
          <a:lstStyle/>
          <a:p>
            <a:endParaRPr lang="en-US"/>
          </a:p>
        </p:txBody>
      </p:sp>
      <p:sp>
        <p:nvSpPr>
          <p:cNvPr id="8" name="Picture Placeholder 7">
            <a:extLst>
              <a:ext uri="{FF2B5EF4-FFF2-40B4-BE49-F238E27FC236}">
                <a16:creationId xmlns:a16="http://schemas.microsoft.com/office/drawing/2014/main" id="{1B23254F-490D-6062-DC71-364D779DC20C}"/>
              </a:ext>
            </a:extLst>
          </p:cNvPr>
          <p:cNvSpPr>
            <a:spLocks noGrp="1"/>
          </p:cNvSpPr>
          <p:nvPr>
            <p:ph type="pic" sz="quarter" idx="18"/>
          </p:nvPr>
        </p:nvSpPr>
        <p:spPr/>
        <p:txBody>
          <a:bodyPr/>
          <a:lstStyle/>
          <a:p>
            <a:endParaRPr lang="en-US"/>
          </a:p>
        </p:txBody>
      </p:sp>
      <p:sp>
        <p:nvSpPr>
          <p:cNvPr id="9" name="Text Placeholder 8">
            <a:extLst>
              <a:ext uri="{FF2B5EF4-FFF2-40B4-BE49-F238E27FC236}">
                <a16:creationId xmlns:a16="http://schemas.microsoft.com/office/drawing/2014/main" id="{A5D2FB11-C0AC-5550-7860-49F2957A5690}"/>
              </a:ext>
            </a:extLst>
          </p:cNvPr>
          <p:cNvSpPr>
            <a:spLocks noGrp="1"/>
          </p:cNvSpPr>
          <p:nvPr>
            <p:ph type="body" sz="quarter" idx="19"/>
          </p:nvPr>
        </p:nvSpPr>
        <p:spPr/>
        <p:txBody>
          <a:bodyPr/>
          <a:lstStyle/>
          <a:p>
            <a:endParaRPr lang="en-US"/>
          </a:p>
        </p:txBody>
      </p:sp>
      <p:sp>
        <p:nvSpPr>
          <p:cNvPr id="10" name="Text Placeholder 9">
            <a:extLst>
              <a:ext uri="{FF2B5EF4-FFF2-40B4-BE49-F238E27FC236}">
                <a16:creationId xmlns:a16="http://schemas.microsoft.com/office/drawing/2014/main" id="{5F78698D-0C33-26B0-6695-FB727D7595AC}"/>
              </a:ext>
            </a:extLst>
          </p:cNvPr>
          <p:cNvSpPr>
            <a:spLocks noGrp="1"/>
          </p:cNvSpPr>
          <p:nvPr>
            <p:ph type="body" sz="quarter" idx="20"/>
          </p:nvPr>
        </p:nvSpPr>
        <p:spPr/>
        <p:txBody>
          <a:bodyPr/>
          <a:lstStyle/>
          <a:p>
            <a:endParaRPr lang="en-US"/>
          </a:p>
        </p:txBody>
      </p:sp>
      <p:sp>
        <p:nvSpPr>
          <p:cNvPr id="11" name="Picture Placeholder 10">
            <a:extLst>
              <a:ext uri="{FF2B5EF4-FFF2-40B4-BE49-F238E27FC236}">
                <a16:creationId xmlns:a16="http://schemas.microsoft.com/office/drawing/2014/main" id="{9B02BBFB-48BD-13B2-9C34-011315153718}"/>
              </a:ext>
            </a:extLst>
          </p:cNvPr>
          <p:cNvSpPr>
            <a:spLocks noGrp="1"/>
          </p:cNvSpPr>
          <p:nvPr>
            <p:ph type="pic" sz="quarter" idx="21"/>
          </p:nvPr>
        </p:nvSpPr>
        <p:spPr/>
        <p:txBody>
          <a:bodyPr/>
          <a:lstStyle/>
          <a:p>
            <a:endParaRPr lang="en-US"/>
          </a:p>
        </p:txBody>
      </p:sp>
      <p:sp>
        <p:nvSpPr>
          <p:cNvPr id="12" name="Text Placeholder 11">
            <a:extLst>
              <a:ext uri="{FF2B5EF4-FFF2-40B4-BE49-F238E27FC236}">
                <a16:creationId xmlns:a16="http://schemas.microsoft.com/office/drawing/2014/main" id="{B96CE72B-B70D-694B-4E5F-E6ACBDBE6BDF}"/>
              </a:ext>
            </a:extLst>
          </p:cNvPr>
          <p:cNvSpPr>
            <a:spLocks noGrp="1"/>
          </p:cNvSpPr>
          <p:nvPr>
            <p:ph type="body" sz="quarter" idx="22"/>
          </p:nvPr>
        </p:nvSpPr>
        <p:spPr/>
        <p:txBody>
          <a:bodyPr/>
          <a:lstStyle/>
          <a:p>
            <a:endParaRPr lang="en-US"/>
          </a:p>
        </p:txBody>
      </p:sp>
      <p:sp>
        <p:nvSpPr>
          <p:cNvPr id="13" name="Text Placeholder 12">
            <a:extLst>
              <a:ext uri="{FF2B5EF4-FFF2-40B4-BE49-F238E27FC236}">
                <a16:creationId xmlns:a16="http://schemas.microsoft.com/office/drawing/2014/main" id="{F6D56911-83F0-887D-7CB2-F0EE8A115817}"/>
              </a:ext>
            </a:extLst>
          </p:cNvPr>
          <p:cNvSpPr>
            <a:spLocks noGrp="1"/>
          </p:cNvSpPr>
          <p:nvPr>
            <p:ph type="body" sz="quarter" idx="23"/>
          </p:nvPr>
        </p:nvSpPr>
        <p:spPr/>
        <p:txBody>
          <a:bodyPr/>
          <a:lstStyle/>
          <a:p>
            <a:endParaRPr lang="en-US"/>
          </a:p>
        </p:txBody>
      </p:sp>
      <p:sp>
        <p:nvSpPr>
          <p:cNvPr id="14" name="Picture Placeholder 13">
            <a:extLst>
              <a:ext uri="{FF2B5EF4-FFF2-40B4-BE49-F238E27FC236}">
                <a16:creationId xmlns:a16="http://schemas.microsoft.com/office/drawing/2014/main" id="{F65CE507-A6ED-995C-49D0-2619B29F6BC6}"/>
              </a:ext>
            </a:extLst>
          </p:cNvPr>
          <p:cNvSpPr>
            <a:spLocks noGrp="1"/>
          </p:cNvSpPr>
          <p:nvPr>
            <p:ph type="pic" sz="quarter" idx="24"/>
          </p:nvPr>
        </p:nvSpPr>
        <p:spPr/>
        <p:txBody>
          <a:bodyPr/>
          <a:lstStyle/>
          <a:p>
            <a:endParaRPr lang="en-US"/>
          </a:p>
        </p:txBody>
      </p:sp>
      <p:sp>
        <p:nvSpPr>
          <p:cNvPr id="15" name="Text Placeholder 14">
            <a:extLst>
              <a:ext uri="{FF2B5EF4-FFF2-40B4-BE49-F238E27FC236}">
                <a16:creationId xmlns:a16="http://schemas.microsoft.com/office/drawing/2014/main" id="{7AC63C2F-F9AC-E440-3928-6C010A46AE6A}"/>
              </a:ext>
            </a:extLst>
          </p:cNvPr>
          <p:cNvSpPr>
            <a:spLocks noGrp="1"/>
          </p:cNvSpPr>
          <p:nvPr>
            <p:ph type="body" sz="quarter" idx="25"/>
          </p:nvPr>
        </p:nvSpPr>
        <p:spPr/>
        <p:txBody>
          <a:bodyPr/>
          <a:lstStyle/>
          <a:p>
            <a:endParaRPr lang="en-US"/>
          </a:p>
        </p:txBody>
      </p:sp>
      <p:sp>
        <p:nvSpPr>
          <p:cNvPr id="16" name="Text Placeholder 15">
            <a:extLst>
              <a:ext uri="{FF2B5EF4-FFF2-40B4-BE49-F238E27FC236}">
                <a16:creationId xmlns:a16="http://schemas.microsoft.com/office/drawing/2014/main" id="{F001C91C-60CD-3449-1FB0-8310A983D957}"/>
              </a:ext>
            </a:extLst>
          </p:cNvPr>
          <p:cNvSpPr>
            <a:spLocks noGrp="1"/>
          </p:cNvSpPr>
          <p:nvPr>
            <p:ph type="body" sz="quarter" idx="26"/>
          </p:nvPr>
        </p:nvSpPr>
        <p:spPr/>
        <p:txBody>
          <a:bodyPr/>
          <a:lstStyle/>
          <a:p>
            <a:endParaRPr lang="en-US"/>
          </a:p>
        </p:txBody>
      </p:sp>
      <p:sp>
        <p:nvSpPr>
          <p:cNvPr id="17" name="Picture Placeholder 16">
            <a:extLst>
              <a:ext uri="{FF2B5EF4-FFF2-40B4-BE49-F238E27FC236}">
                <a16:creationId xmlns:a16="http://schemas.microsoft.com/office/drawing/2014/main" id="{BE825066-635D-1D91-0FBB-80808868F2AB}"/>
              </a:ext>
            </a:extLst>
          </p:cNvPr>
          <p:cNvSpPr>
            <a:spLocks noGrp="1"/>
          </p:cNvSpPr>
          <p:nvPr>
            <p:ph type="pic" sz="quarter" idx="27"/>
          </p:nvPr>
        </p:nvSpPr>
        <p:spPr/>
        <p:txBody>
          <a:bodyPr/>
          <a:lstStyle/>
          <a:p>
            <a:endParaRPr lang="en-US"/>
          </a:p>
        </p:txBody>
      </p:sp>
      <p:sp>
        <p:nvSpPr>
          <p:cNvPr id="18" name="Text Placeholder 17">
            <a:extLst>
              <a:ext uri="{FF2B5EF4-FFF2-40B4-BE49-F238E27FC236}">
                <a16:creationId xmlns:a16="http://schemas.microsoft.com/office/drawing/2014/main" id="{3B832713-9B1D-D744-C594-F0824CAD2127}"/>
              </a:ext>
            </a:extLst>
          </p:cNvPr>
          <p:cNvSpPr>
            <a:spLocks noGrp="1"/>
          </p:cNvSpPr>
          <p:nvPr>
            <p:ph type="body" sz="quarter" idx="28"/>
          </p:nvPr>
        </p:nvSpPr>
        <p:spPr/>
        <p:txBody>
          <a:bodyPr/>
          <a:lstStyle/>
          <a:p>
            <a:endParaRPr lang="en-US"/>
          </a:p>
        </p:txBody>
      </p:sp>
      <p:sp>
        <p:nvSpPr>
          <p:cNvPr id="19" name="Text Placeholder 18">
            <a:extLst>
              <a:ext uri="{FF2B5EF4-FFF2-40B4-BE49-F238E27FC236}">
                <a16:creationId xmlns:a16="http://schemas.microsoft.com/office/drawing/2014/main" id="{C01EB05B-48CC-1AA7-28BC-654FBA7241A0}"/>
              </a:ext>
            </a:extLst>
          </p:cNvPr>
          <p:cNvSpPr>
            <a:spLocks noGrp="1"/>
          </p:cNvSpPr>
          <p:nvPr>
            <p:ph type="body" sz="quarter" idx="29"/>
          </p:nvPr>
        </p:nvSpPr>
        <p:spPr/>
        <p:txBody>
          <a:bodyPr/>
          <a:lstStyle/>
          <a:p>
            <a:endParaRPr lang="en-US"/>
          </a:p>
        </p:txBody>
      </p:sp>
      <p:sp>
        <p:nvSpPr>
          <p:cNvPr id="20" name="Picture Placeholder 19">
            <a:extLst>
              <a:ext uri="{FF2B5EF4-FFF2-40B4-BE49-F238E27FC236}">
                <a16:creationId xmlns:a16="http://schemas.microsoft.com/office/drawing/2014/main" id="{DBC58CE8-619A-891B-0910-7678DA0E8EC8}"/>
              </a:ext>
            </a:extLst>
          </p:cNvPr>
          <p:cNvSpPr>
            <a:spLocks noGrp="1"/>
          </p:cNvSpPr>
          <p:nvPr>
            <p:ph type="pic" sz="quarter" idx="30"/>
          </p:nvPr>
        </p:nvSpPr>
        <p:spPr/>
        <p:txBody>
          <a:bodyPr/>
          <a:lstStyle/>
          <a:p>
            <a:endParaRPr lang="en-US"/>
          </a:p>
        </p:txBody>
      </p:sp>
      <p:sp>
        <p:nvSpPr>
          <p:cNvPr id="21" name="Text Placeholder 20">
            <a:extLst>
              <a:ext uri="{FF2B5EF4-FFF2-40B4-BE49-F238E27FC236}">
                <a16:creationId xmlns:a16="http://schemas.microsoft.com/office/drawing/2014/main" id="{52E6FB17-4178-3A26-FF4D-888DEF58E1CF}"/>
              </a:ext>
            </a:extLst>
          </p:cNvPr>
          <p:cNvSpPr>
            <a:spLocks noGrp="1"/>
          </p:cNvSpPr>
          <p:nvPr>
            <p:ph type="body" sz="quarter" idx="31"/>
          </p:nvPr>
        </p:nvSpPr>
        <p:spPr/>
        <p:txBody>
          <a:bodyPr/>
          <a:lstStyle/>
          <a:p>
            <a:endParaRPr lang="en-US"/>
          </a:p>
        </p:txBody>
      </p:sp>
      <p:sp>
        <p:nvSpPr>
          <p:cNvPr id="22" name="Text Placeholder 21">
            <a:extLst>
              <a:ext uri="{FF2B5EF4-FFF2-40B4-BE49-F238E27FC236}">
                <a16:creationId xmlns:a16="http://schemas.microsoft.com/office/drawing/2014/main" id="{99F6578B-F5F5-E3B1-38DA-45FE68F9D3F4}"/>
              </a:ext>
            </a:extLst>
          </p:cNvPr>
          <p:cNvSpPr>
            <a:spLocks noGrp="1"/>
          </p:cNvSpPr>
          <p:nvPr>
            <p:ph type="body" sz="quarter" idx="32"/>
          </p:nvPr>
        </p:nvSpPr>
        <p:spPr/>
        <p:txBody>
          <a:bodyPr/>
          <a:lstStyle/>
          <a:p>
            <a:endParaRPr lang="en-US"/>
          </a:p>
        </p:txBody>
      </p:sp>
      <p:sp>
        <p:nvSpPr>
          <p:cNvPr id="23" name="Picture Placeholder 22">
            <a:extLst>
              <a:ext uri="{FF2B5EF4-FFF2-40B4-BE49-F238E27FC236}">
                <a16:creationId xmlns:a16="http://schemas.microsoft.com/office/drawing/2014/main" id="{0EF258A2-F853-1899-6AEA-D138492637B6}"/>
              </a:ext>
            </a:extLst>
          </p:cNvPr>
          <p:cNvSpPr>
            <a:spLocks noGrp="1"/>
          </p:cNvSpPr>
          <p:nvPr>
            <p:ph type="pic" sz="quarter" idx="36"/>
          </p:nvPr>
        </p:nvSpPr>
        <p:spPr/>
        <p:txBody>
          <a:bodyPr/>
          <a:lstStyle/>
          <a:p>
            <a:endParaRPr lang="en-US"/>
          </a:p>
        </p:txBody>
      </p:sp>
      <p:sp>
        <p:nvSpPr>
          <p:cNvPr id="24" name="Text Placeholder 23">
            <a:extLst>
              <a:ext uri="{FF2B5EF4-FFF2-40B4-BE49-F238E27FC236}">
                <a16:creationId xmlns:a16="http://schemas.microsoft.com/office/drawing/2014/main" id="{FE50439D-C355-81A7-1832-F75CE14203AF}"/>
              </a:ext>
            </a:extLst>
          </p:cNvPr>
          <p:cNvSpPr>
            <a:spLocks noGrp="1"/>
          </p:cNvSpPr>
          <p:nvPr>
            <p:ph type="body" sz="quarter" idx="37"/>
          </p:nvPr>
        </p:nvSpPr>
        <p:spPr/>
        <p:txBody>
          <a:bodyPr/>
          <a:lstStyle/>
          <a:p>
            <a:endParaRPr lang="en-US"/>
          </a:p>
        </p:txBody>
      </p:sp>
      <p:sp>
        <p:nvSpPr>
          <p:cNvPr id="25" name="Text Placeholder 24">
            <a:extLst>
              <a:ext uri="{FF2B5EF4-FFF2-40B4-BE49-F238E27FC236}">
                <a16:creationId xmlns:a16="http://schemas.microsoft.com/office/drawing/2014/main" id="{8649AB80-B7A4-9CBF-BA65-E1F40A8FD238}"/>
              </a:ext>
            </a:extLst>
          </p:cNvPr>
          <p:cNvSpPr>
            <a:spLocks noGrp="1"/>
          </p:cNvSpPr>
          <p:nvPr>
            <p:ph type="body" sz="quarter" idx="38"/>
          </p:nvPr>
        </p:nvSpPr>
        <p:spPr/>
        <p:txBody>
          <a:bodyPr/>
          <a:lstStyle/>
          <a:p>
            <a:endParaRPr lang="en-US"/>
          </a:p>
        </p:txBody>
      </p:sp>
      <p:sp>
        <p:nvSpPr>
          <p:cNvPr id="26" name="Picture Placeholder 25">
            <a:extLst>
              <a:ext uri="{FF2B5EF4-FFF2-40B4-BE49-F238E27FC236}">
                <a16:creationId xmlns:a16="http://schemas.microsoft.com/office/drawing/2014/main" id="{5796B51F-5429-EEB6-EEFF-0971D1ED2646}"/>
              </a:ext>
            </a:extLst>
          </p:cNvPr>
          <p:cNvSpPr>
            <a:spLocks noGrp="1"/>
          </p:cNvSpPr>
          <p:nvPr>
            <p:ph type="pic" sz="quarter" idx="39"/>
          </p:nvPr>
        </p:nvSpPr>
        <p:spPr/>
        <p:txBody>
          <a:bodyPr/>
          <a:lstStyle/>
          <a:p>
            <a:endParaRPr lang="en-US"/>
          </a:p>
        </p:txBody>
      </p:sp>
      <p:sp>
        <p:nvSpPr>
          <p:cNvPr id="27" name="Text Placeholder 26">
            <a:extLst>
              <a:ext uri="{FF2B5EF4-FFF2-40B4-BE49-F238E27FC236}">
                <a16:creationId xmlns:a16="http://schemas.microsoft.com/office/drawing/2014/main" id="{0ADAAE45-168E-02F0-4006-BF4D8B85872F}"/>
              </a:ext>
            </a:extLst>
          </p:cNvPr>
          <p:cNvSpPr>
            <a:spLocks noGrp="1"/>
          </p:cNvSpPr>
          <p:nvPr>
            <p:ph type="body" sz="quarter" idx="40"/>
          </p:nvPr>
        </p:nvSpPr>
        <p:spPr/>
        <p:txBody>
          <a:bodyPr/>
          <a:lstStyle/>
          <a:p>
            <a:endParaRPr lang="en-US"/>
          </a:p>
        </p:txBody>
      </p:sp>
      <p:sp>
        <p:nvSpPr>
          <p:cNvPr id="28" name="Text Placeholder 27">
            <a:extLst>
              <a:ext uri="{FF2B5EF4-FFF2-40B4-BE49-F238E27FC236}">
                <a16:creationId xmlns:a16="http://schemas.microsoft.com/office/drawing/2014/main" id="{3DF6D7B5-7D14-98D8-EB3A-C65ED07284DF}"/>
              </a:ext>
            </a:extLst>
          </p:cNvPr>
          <p:cNvSpPr>
            <a:spLocks noGrp="1"/>
          </p:cNvSpPr>
          <p:nvPr>
            <p:ph type="body" sz="quarter" idx="41"/>
          </p:nvPr>
        </p:nvSpPr>
        <p:spPr/>
        <p:txBody>
          <a:bodyPr/>
          <a:lstStyle/>
          <a:p>
            <a:endParaRPr lang="en-US"/>
          </a:p>
        </p:txBody>
      </p:sp>
      <p:sp>
        <p:nvSpPr>
          <p:cNvPr id="29" name="Picture Placeholder 28">
            <a:extLst>
              <a:ext uri="{FF2B5EF4-FFF2-40B4-BE49-F238E27FC236}">
                <a16:creationId xmlns:a16="http://schemas.microsoft.com/office/drawing/2014/main" id="{0066D3FE-9FF6-1026-FBA0-9B1430B3C242}"/>
              </a:ext>
            </a:extLst>
          </p:cNvPr>
          <p:cNvSpPr>
            <a:spLocks noGrp="1"/>
          </p:cNvSpPr>
          <p:nvPr>
            <p:ph type="pic" sz="quarter" idx="42"/>
          </p:nvPr>
        </p:nvSpPr>
        <p:spPr/>
        <p:txBody>
          <a:bodyPr/>
          <a:lstStyle/>
          <a:p>
            <a:endParaRPr lang="en-US"/>
          </a:p>
        </p:txBody>
      </p:sp>
      <p:sp>
        <p:nvSpPr>
          <p:cNvPr id="30" name="Text Placeholder 29">
            <a:extLst>
              <a:ext uri="{FF2B5EF4-FFF2-40B4-BE49-F238E27FC236}">
                <a16:creationId xmlns:a16="http://schemas.microsoft.com/office/drawing/2014/main" id="{A82960AB-BF60-9D05-EDFD-4C8EF4B2C289}"/>
              </a:ext>
            </a:extLst>
          </p:cNvPr>
          <p:cNvSpPr>
            <a:spLocks noGrp="1"/>
          </p:cNvSpPr>
          <p:nvPr>
            <p:ph type="body" sz="quarter" idx="43"/>
          </p:nvPr>
        </p:nvSpPr>
        <p:spPr/>
        <p:txBody>
          <a:bodyPr/>
          <a:lstStyle/>
          <a:p>
            <a:endParaRPr lang="en-US"/>
          </a:p>
        </p:txBody>
      </p:sp>
      <p:sp>
        <p:nvSpPr>
          <p:cNvPr id="31" name="Text Placeholder 30">
            <a:extLst>
              <a:ext uri="{FF2B5EF4-FFF2-40B4-BE49-F238E27FC236}">
                <a16:creationId xmlns:a16="http://schemas.microsoft.com/office/drawing/2014/main" id="{5314759C-CB06-24C2-F094-C3F44E8D4928}"/>
              </a:ext>
            </a:extLst>
          </p:cNvPr>
          <p:cNvSpPr>
            <a:spLocks noGrp="1"/>
          </p:cNvSpPr>
          <p:nvPr>
            <p:ph type="body" sz="quarter" idx="44"/>
          </p:nvPr>
        </p:nvSpPr>
        <p:spPr/>
        <p:txBody>
          <a:bodyPr/>
          <a:lstStyle/>
          <a:p>
            <a:endParaRPr lang="en-US"/>
          </a:p>
        </p:txBody>
      </p:sp>
      <p:sp>
        <p:nvSpPr>
          <p:cNvPr id="32" name="Picture Placeholder 31">
            <a:extLst>
              <a:ext uri="{FF2B5EF4-FFF2-40B4-BE49-F238E27FC236}">
                <a16:creationId xmlns:a16="http://schemas.microsoft.com/office/drawing/2014/main" id="{16A4596F-E9CE-2F35-0FCF-F1702B332F8B}"/>
              </a:ext>
            </a:extLst>
          </p:cNvPr>
          <p:cNvSpPr>
            <a:spLocks noGrp="1"/>
          </p:cNvSpPr>
          <p:nvPr>
            <p:ph type="pic" sz="quarter" idx="45"/>
          </p:nvPr>
        </p:nvSpPr>
        <p:spPr/>
        <p:txBody>
          <a:bodyPr/>
          <a:lstStyle/>
          <a:p>
            <a:endParaRPr lang="en-US"/>
          </a:p>
        </p:txBody>
      </p:sp>
      <p:sp>
        <p:nvSpPr>
          <p:cNvPr id="33" name="Text Placeholder 32">
            <a:extLst>
              <a:ext uri="{FF2B5EF4-FFF2-40B4-BE49-F238E27FC236}">
                <a16:creationId xmlns:a16="http://schemas.microsoft.com/office/drawing/2014/main" id="{21442321-FB9B-49DC-91A7-CD7963D96DBD}"/>
              </a:ext>
            </a:extLst>
          </p:cNvPr>
          <p:cNvSpPr>
            <a:spLocks noGrp="1"/>
          </p:cNvSpPr>
          <p:nvPr>
            <p:ph type="body" sz="quarter" idx="46"/>
          </p:nvPr>
        </p:nvSpPr>
        <p:spPr/>
        <p:txBody>
          <a:bodyPr/>
          <a:lstStyle/>
          <a:p>
            <a:endParaRPr lang="en-US"/>
          </a:p>
        </p:txBody>
      </p:sp>
      <p:sp>
        <p:nvSpPr>
          <p:cNvPr id="34" name="Text Placeholder 33">
            <a:extLst>
              <a:ext uri="{FF2B5EF4-FFF2-40B4-BE49-F238E27FC236}">
                <a16:creationId xmlns:a16="http://schemas.microsoft.com/office/drawing/2014/main" id="{7E6EE6DD-D58D-0725-6594-4017D39CE688}"/>
              </a:ext>
            </a:extLst>
          </p:cNvPr>
          <p:cNvSpPr>
            <a:spLocks noGrp="1"/>
          </p:cNvSpPr>
          <p:nvPr>
            <p:ph type="body" sz="quarter" idx="47"/>
          </p:nvPr>
        </p:nvSpPr>
        <p:spPr/>
        <p:txBody>
          <a:bodyPr/>
          <a:lstStyle/>
          <a:p>
            <a:endParaRPr lang="en-US"/>
          </a:p>
        </p:txBody>
      </p:sp>
      <p:sp>
        <p:nvSpPr>
          <p:cNvPr id="35" name="Picture Placeholder 34">
            <a:extLst>
              <a:ext uri="{FF2B5EF4-FFF2-40B4-BE49-F238E27FC236}">
                <a16:creationId xmlns:a16="http://schemas.microsoft.com/office/drawing/2014/main" id="{03BE8D3E-460B-63F2-66BF-C836A5683623}"/>
              </a:ext>
            </a:extLst>
          </p:cNvPr>
          <p:cNvSpPr>
            <a:spLocks noGrp="1"/>
          </p:cNvSpPr>
          <p:nvPr>
            <p:ph type="pic" sz="quarter" idx="48"/>
          </p:nvPr>
        </p:nvSpPr>
        <p:spPr/>
        <p:txBody>
          <a:bodyPr/>
          <a:lstStyle/>
          <a:p>
            <a:endParaRPr lang="en-US"/>
          </a:p>
        </p:txBody>
      </p:sp>
      <p:sp>
        <p:nvSpPr>
          <p:cNvPr id="36" name="Text Placeholder 35">
            <a:extLst>
              <a:ext uri="{FF2B5EF4-FFF2-40B4-BE49-F238E27FC236}">
                <a16:creationId xmlns:a16="http://schemas.microsoft.com/office/drawing/2014/main" id="{8BD34EE2-28FD-EBD5-9396-FB732909F4A9}"/>
              </a:ext>
            </a:extLst>
          </p:cNvPr>
          <p:cNvSpPr>
            <a:spLocks noGrp="1"/>
          </p:cNvSpPr>
          <p:nvPr>
            <p:ph type="body" sz="quarter" idx="49"/>
          </p:nvPr>
        </p:nvSpPr>
        <p:spPr/>
        <p:txBody>
          <a:bodyPr/>
          <a:lstStyle/>
          <a:p>
            <a:endParaRPr lang="en-US"/>
          </a:p>
        </p:txBody>
      </p:sp>
      <p:sp>
        <p:nvSpPr>
          <p:cNvPr id="37" name="Text Placeholder 36">
            <a:extLst>
              <a:ext uri="{FF2B5EF4-FFF2-40B4-BE49-F238E27FC236}">
                <a16:creationId xmlns:a16="http://schemas.microsoft.com/office/drawing/2014/main" id="{B207DA4A-C28D-59D2-B5D9-791BBD422142}"/>
              </a:ext>
            </a:extLst>
          </p:cNvPr>
          <p:cNvSpPr>
            <a:spLocks noGrp="1"/>
          </p:cNvSpPr>
          <p:nvPr>
            <p:ph type="body" sz="quarter" idx="50"/>
          </p:nvPr>
        </p:nvSpPr>
        <p:spPr/>
        <p:txBody>
          <a:bodyPr/>
          <a:lstStyle/>
          <a:p>
            <a:endParaRPr lang="en-US"/>
          </a:p>
        </p:txBody>
      </p:sp>
    </p:spTree>
    <p:extLst>
      <p:ext uri="{BB962C8B-B14F-4D97-AF65-F5344CB8AC3E}">
        <p14:creationId xmlns:p14="http://schemas.microsoft.com/office/powerpoint/2010/main" val="3520108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3399DA-1D50-DABF-2AC1-AFF5EB04BA80}"/>
              </a:ext>
            </a:extLst>
          </p:cNvPr>
          <p:cNvSpPr>
            <a:spLocks noGrp="1"/>
          </p:cNvSpPr>
          <p:nvPr>
            <p:ph type="body" sz="quarter" idx="27"/>
          </p:nvPr>
        </p:nvSpPr>
        <p:spPr/>
        <p:txBody>
          <a:bodyPr/>
          <a:lstStyle/>
          <a:p>
            <a:endParaRPr lang="en-US" dirty="0"/>
          </a:p>
        </p:txBody>
      </p:sp>
      <p:sp>
        <p:nvSpPr>
          <p:cNvPr id="3" name="Footer Placeholder 2">
            <a:extLst>
              <a:ext uri="{FF2B5EF4-FFF2-40B4-BE49-F238E27FC236}">
                <a16:creationId xmlns:a16="http://schemas.microsoft.com/office/drawing/2014/main" id="{A4215C09-FD2E-3406-35D6-A9E6BF98CCAC}"/>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533D3029-1E96-18F9-C5D1-466625C6D584}"/>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dirty="0"/>
          </a:p>
        </p:txBody>
      </p:sp>
      <p:sp>
        <p:nvSpPr>
          <p:cNvPr id="5" name="Content Placeholder 4">
            <a:extLst>
              <a:ext uri="{FF2B5EF4-FFF2-40B4-BE49-F238E27FC236}">
                <a16:creationId xmlns:a16="http://schemas.microsoft.com/office/drawing/2014/main" id="{42F1B014-3D12-9095-1F9E-21F564BF82C8}"/>
              </a:ext>
            </a:extLst>
          </p:cNvPr>
          <p:cNvSpPr>
            <a:spLocks noGrp="1"/>
          </p:cNvSpPr>
          <p:nvPr>
            <p:ph idx="23"/>
          </p:nvPr>
        </p:nvSpPr>
        <p:spPr/>
        <p:txBody>
          <a:bodyPr/>
          <a:lstStyle/>
          <a:p>
            <a:endParaRPr lang="en-US"/>
          </a:p>
        </p:txBody>
      </p:sp>
    </p:spTree>
    <p:extLst>
      <p:ext uri="{BB962C8B-B14F-4D97-AF65-F5344CB8AC3E}">
        <p14:creationId xmlns:p14="http://schemas.microsoft.com/office/powerpoint/2010/main" val="2905901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172251-932E-CAE5-64D5-CEA60D6F7433}"/>
              </a:ext>
            </a:extLst>
          </p:cNvPr>
          <p:cNvSpPr>
            <a:spLocks noGrp="1"/>
          </p:cNvSpPr>
          <p:nvPr>
            <p:ph type="body" sz="quarter" idx="28"/>
          </p:nvPr>
        </p:nvSpPr>
        <p:spPr/>
        <p:txBody>
          <a:bodyPr/>
          <a:lstStyle/>
          <a:p>
            <a:endParaRPr lang="en-US"/>
          </a:p>
        </p:txBody>
      </p:sp>
      <p:sp>
        <p:nvSpPr>
          <p:cNvPr id="3" name="Footer Placeholder 2">
            <a:extLst>
              <a:ext uri="{FF2B5EF4-FFF2-40B4-BE49-F238E27FC236}">
                <a16:creationId xmlns:a16="http://schemas.microsoft.com/office/drawing/2014/main" id="{8E6CD371-DD44-2E65-DD72-EA84B46C2410}"/>
              </a:ext>
            </a:extLst>
          </p:cNvPr>
          <p:cNvSpPr>
            <a:spLocks noGrp="1"/>
          </p:cNvSpPr>
          <p:nvPr>
            <p:ph type="ftr" sz="quarter" idx="3"/>
          </p:nvPr>
        </p:nvSpPr>
        <p:spPr/>
        <p:txBody>
          <a:bodyPr/>
          <a:lstStyle/>
          <a:p>
            <a:r>
              <a:rPr lang="en-IE" dirty="0"/>
              <a:t>©2025 Analog Devices, Inc. All Rights Reserved. </a:t>
            </a:r>
          </a:p>
        </p:txBody>
      </p:sp>
      <p:sp>
        <p:nvSpPr>
          <p:cNvPr id="4" name="Slide Number Placeholder 3">
            <a:extLst>
              <a:ext uri="{FF2B5EF4-FFF2-40B4-BE49-F238E27FC236}">
                <a16:creationId xmlns:a16="http://schemas.microsoft.com/office/drawing/2014/main" id="{15A40DB1-E6E6-9C1E-55D6-5CC2B30886E9}"/>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dirty="0"/>
          </a:p>
        </p:txBody>
      </p:sp>
    </p:spTree>
    <p:extLst>
      <p:ext uri="{BB962C8B-B14F-4D97-AF65-F5344CB8AC3E}">
        <p14:creationId xmlns:p14="http://schemas.microsoft.com/office/powerpoint/2010/main" val="90668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Media Placeholder 10">
            <a:extLst>
              <a:ext uri="{FF2B5EF4-FFF2-40B4-BE49-F238E27FC236}">
                <a16:creationId xmlns:a16="http://schemas.microsoft.com/office/drawing/2014/main" id="{F7E1FCAD-49C0-2C0D-F44B-999FB3773A6D}"/>
              </a:ext>
            </a:extLst>
          </p:cNvPr>
          <p:cNvSpPr>
            <a:spLocks noGrp="1"/>
          </p:cNvSpPr>
          <p:nvPr>
            <p:ph type="media" sz="quarter" idx="12"/>
          </p:nvPr>
        </p:nvSpPr>
        <p:spPr>
          <a:xfrm>
            <a:off x="0" y="0"/>
            <a:ext cx="12192000" cy="6858000"/>
          </a:xfrm>
        </p:spPr>
        <p:txBody>
          <a:bodyPr/>
          <a:lstStyle/>
          <a:p>
            <a:endParaRPr lang="en-US"/>
          </a:p>
        </p:txBody>
      </p:sp>
    </p:spTree>
    <p:extLst>
      <p:ext uri="{BB962C8B-B14F-4D97-AF65-F5344CB8AC3E}">
        <p14:creationId xmlns:p14="http://schemas.microsoft.com/office/powerpoint/2010/main" val="257655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35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DI-Brand-PowerPoint-Template-Standard">
  <a:themeElements>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fontScheme name="Custom 3">
      <a:majorFont>
        <a:latin typeface="Barlow Medium"/>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accent1"/>
          </a:solidFill>
          <a:miter lim="800000"/>
        </a:ln>
        <a:effectLst/>
      </a:spPr>
      <a:bodyPr rtlCol="0" anchor="ctr"/>
      <a:lstStyle>
        <a:defPPr algn="l" defTabSz="457200">
          <a:spcBef>
            <a:spcPts val="600"/>
          </a:spcBef>
          <a:spcAft>
            <a:spcPts val="800"/>
          </a:spcAft>
          <a:buClr>
            <a:schemeClr val="accent1"/>
          </a:buClr>
          <a:buSzPct val="70000"/>
          <a:defRPr dirty="0" err="1">
            <a:solidFill>
              <a:srgbClr val="000000"/>
            </a:solidFill>
            <a:latin typeface="Barlow" pitchFamily="2" charset="77"/>
            <a:cs typeface="Arial" panose="020B0604020202020204" pitchFamily="34" charset="0"/>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resentation2" id="{C15EF269-06AB-664A-83BE-7A84C599A54B}" vid="{AF14B91D-4CB6-8D48-B325-6AD42E4DEF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2.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3.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ppt/theme/themeOverride4.xml><?xml version="1.0" encoding="utf-8"?>
<a:themeOverride xmlns:a="http://schemas.openxmlformats.org/drawingml/2006/main">
  <a:clrScheme name="ADI Colors 2">
    <a:dk1>
      <a:srgbClr val="000000"/>
    </a:dk1>
    <a:lt1>
      <a:srgbClr val="FFFFFF"/>
    </a:lt1>
    <a:dk2>
      <a:srgbClr val="0067B9"/>
    </a:dk2>
    <a:lt2>
      <a:srgbClr val="9EA1AE"/>
    </a:lt2>
    <a:accent1>
      <a:srgbClr val="00325C"/>
    </a:accent1>
    <a:accent2>
      <a:srgbClr val="1B9CD0"/>
    </a:accent2>
    <a:accent3>
      <a:srgbClr val="8637BA"/>
    </a:accent3>
    <a:accent4>
      <a:srgbClr val="179963"/>
    </a:accent4>
    <a:accent5>
      <a:srgbClr val="FED141"/>
    </a:accent5>
    <a:accent6>
      <a:srgbClr val="C81A28"/>
    </a:accent6>
    <a:hlink>
      <a:srgbClr val="0067B9"/>
    </a:hlink>
    <a:folHlink>
      <a:srgbClr val="3C415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85D94D2EEEA440A2EA026C19202897" ma:contentTypeVersion="0" ma:contentTypeDescription="Create a new document." ma:contentTypeScope="" ma:versionID="e5cc9224d1ee65f047cc9cafa061f8f7">
  <xsd:schema xmlns:xsd="http://www.w3.org/2001/XMLSchema" xmlns:xs="http://www.w3.org/2001/XMLSchema" xmlns:p="http://schemas.microsoft.com/office/2006/metadata/properties" targetNamespace="http://schemas.microsoft.com/office/2006/metadata/properties" ma:root="true" ma:fieldsID="c76ef529c39306168521fdb1fa67254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4B9140-26E6-4E72-9154-F59756961C05}">
  <ds:schemaRefs>
    <ds:schemaRef ds:uri="http://schemas.microsoft.com/office/2006/metadata/properties"/>
    <ds:schemaRef ds:uri="http://schemas.microsoft.com/office/infopath/2007/PartnerControls"/>
    <ds:schemaRef ds:uri="cf6b8ade-fe7a-4cef-8baf-a5f3f527de75"/>
    <ds:schemaRef ds:uri="3542d541-bde2-496f-b98d-1eb5cfe33e34"/>
  </ds:schemaRefs>
</ds:datastoreItem>
</file>

<file path=customXml/itemProps2.xml><?xml version="1.0" encoding="utf-8"?>
<ds:datastoreItem xmlns:ds="http://schemas.openxmlformats.org/officeDocument/2006/customXml" ds:itemID="{D1D62161-A54D-49BC-81E1-9C693C4A596F}">
  <ds:schemaRefs>
    <ds:schemaRef ds:uri="http://schemas.microsoft.com/sharepoint/v3/contenttype/forms"/>
  </ds:schemaRefs>
</ds:datastoreItem>
</file>

<file path=customXml/itemProps3.xml><?xml version="1.0" encoding="utf-8"?>
<ds:datastoreItem xmlns:ds="http://schemas.openxmlformats.org/officeDocument/2006/customXml" ds:itemID="{1E88D4AF-0F68-419A-8C4F-95E3769DCE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ADI-Brand-PowerPoint-Template-Standard</Template>
  <TotalTime>0</TotalTime>
  <Words>2749</Words>
  <Application>Microsoft Macintosh PowerPoint</Application>
  <PresentationFormat>Widescreen</PresentationFormat>
  <Paragraphs>185</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Barlow Medium</vt:lpstr>
      <vt:lpstr>Barlow</vt:lpstr>
      <vt:lpstr>Wingdings 3</vt:lpstr>
      <vt:lpstr>Calibri</vt:lpstr>
      <vt:lpstr>Wingdings</vt:lpstr>
      <vt:lpstr>Barlow SemiBold</vt:lpstr>
      <vt:lpstr>Arial</vt:lpstr>
      <vt:lpstr>ADI-Brand-PowerPoint-Template-Standard</vt:lpstr>
      <vt:lpstr>PowerPoint Presentation</vt:lpstr>
      <vt:lpstr>PowerPoint Presentation</vt:lpstr>
      <vt:lpstr>Guidelines &amp; Best Practice</vt:lpstr>
      <vt:lpstr>Frequently Asked Questions (PC Users)</vt:lpstr>
      <vt:lpstr>Frequently Asked Questions (Mac Users)</vt:lpstr>
      <vt:lpstr>Frequently Asked Questions</vt:lpstr>
      <vt:lpstr>Guidelines &amp; Best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Table Style</vt:lpstr>
      <vt:lpstr>Chart Style</vt:lpstr>
      <vt:lpstr>Chart Style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Ryan, David</dc:creator>
  <cp:keywords/>
  <dc:description>2024 Version 1
© 2024 Analog Devices, Inc. All Rights Reserved</dc:description>
  <cp:lastModifiedBy>Ryan, David</cp:lastModifiedBy>
  <cp:revision>1</cp:revision>
  <cp:lastPrinted>2015-04-02T14:52:35Z</cp:lastPrinted>
  <dcterms:created xsi:type="dcterms:W3CDTF">2026-01-16T20:46:39Z</dcterms:created>
  <dcterms:modified xsi:type="dcterms:W3CDTF">2026-01-16T20:47:02Z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0x0101005A85D94D2EEEA440A2EA026C19202897</vt:lpwstr>
  </property>
</Properties>
</file>